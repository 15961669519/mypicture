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92F4A"/>
          </a:solidFill>
          <a:ln w="12700">
            <a:solidFill>
              <a:srgbClr val="192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377440" cy="2377440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E8A820"/>
                </a:solidFill>
              </a:rPr>
              <a:t>寻宝游戏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</a:rPr>
              <a:t>操作手册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B8"/>
                </a:solidFill>
              </a:rPr>
              <a:t>基于 ESP32 + RC522 · Mifare S50 寻宝交互游戏系统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1920240" cy="402336"/>
          </a:xfrm>
          <a:prstGeom prst="rect">
            <a:avLst/>
          </a:prstGeom>
          <a:solidFill>
            <a:srgbClr val="14304F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34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主机制卡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4434840"/>
            <a:ext cx="1920240" cy="402336"/>
          </a:xfrm>
          <a:prstGeom prst="rect">
            <a:avLst/>
          </a:prstGeom>
          <a:solidFill>
            <a:srgbClr val="14304F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4434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子机寻宝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434840"/>
            <a:ext cx="1920240" cy="402336"/>
          </a:xfrm>
          <a:prstGeom prst="rect">
            <a:avLst/>
          </a:prstGeom>
          <a:solidFill>
            <a:srgbClr val="14304F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434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玩家交易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4434840"/>
            <a:ext cx="1920240" cy="402336"/>
          </a:xfrm>
          <a:prstGeom prst="rect">
            <a:avLst/>
          </a:prstGeom>
          <a:solidFill>
            <a:srgbClr val="14304F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4434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实时积分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E8A820"/>
                </a:solidFill>
              </a:rPr>
              <a:t>游戏概览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</a:rPr>
              <a:t>玩家通过寻找匹配数字的寻宝卡完成任务积分，支持玩家间买卖交易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23360" cy="1417320"/>
          </a:xfrm>
          <a:prstGeom prst="rect">
            <a:avLst/>
          </a:prstGeom>
          <a:solidFill>
            <a:srgbClr val="14304F"/>
          </a:solidFill>
          <a:ln w="12700">
            <a:solidFill>
              <a:srgbClr val="1E3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64008" cy="14173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45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0"/>
                </a:solidFill>
              </a:rPr>
              <a:t>🎯  核心玩法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8928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每位玩家持一张任务卡，记载 7 个目标数字（1-100）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找到对应编号的寻宝卡并刷卡打卡，每次 +10 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023360" cy="1417320"/>
          </a:xfrm>
          <a:prstGeom prst="rect">
            <a:avLst/>
          </a:prstGeom>
          <a:solidFill>
            <a:srgbClr val="14304F"/>
          </a:solidFill>
          <a:ln w="12700">
            <a:solidFill>
              <a:srgbClr val="1E3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17320"/>
            <a:ext cx="64008" cy="14173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545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0"/>
                </a:solidFill>
              </a:rPr>
              <a:t>📡  硬件基础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18928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ESP32 + RC522 读写 Mifare S50 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主机与子机电路相同，仅程序不同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4023360" cy="1417320"/>
          </a:xfrm>
          <a:prstGeom prst="rect">
            <a:avLst/>
          </a:prstGeom>
          <a:solidFill>
            <a:srgbClr val="14304F"/>
          </a:solidFill>
          <a:ln w="12700">
            <a:solidFill>
              <a:srgbClr val="1E3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017520"/>
            <a:ext cx="64008" cy="14173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145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0"/>
                </a:solidFill>
              </a:rPr>
              <a:t>💳  两种卡片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" y="34930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寻宝卡（圆形 5cm）：写入唯一数字 1~100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任务卡（名片大小）：记录编号、任务、进度、得分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023360" cy="1417320"/>
          </a:xfrm>
          <a:prstGeom prst="rect">
            <a:avLst/>
          </a:prstGeom>
          <a:solidFill>
            <a:srgbClr val="14304F"/>
          </a:solidFill>
          <a:ln w="12700">
            <a:solidFill>
              <a:srgbClr val="1E3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17520"/>
            <a:ext cx="64008" cy="14173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145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0"/>
                </a:solidFill>
              </a:rPr>
              <a:t>🤝  交易系统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34930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玩家可买卖寻宝卡：买家 -5 分，卖家 +5 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买家得卡后打卡可 +10 分，净得 +5 分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1A2E42"/>
                </a:solidFill>
              </a:rPr>
              <a:t>设备与卡片介绍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0"/>
                </a:solidFill>
              </a:rPr>
              <a:t>两类设备 · 两类卡片 · 分工明确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886200" cy="3200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20"/>
                </a:solidFill>
              </a:rPr>
              <a:t>主机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8"/>
                </a:solidFill>
              </a:rPr>
              <a:t>管理员专用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3337560" cy="18288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4086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制作寻宝卡（写入数字）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8163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制作任务卡（生成任务）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读取任意卡片监控进度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673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三种模式短按按钮切换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3886200" cy="3200400"/>
          </a:xfrm>
          <a:prstGeom prst="rect">
            <a:avLst/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</a:rPr>
              <a:t>子机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8"/>
                </a:solidFill>
              </a:rPr>
              <a:t>玩家使用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212848"/>
            <a:ext cx="3337560" cy="18288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34086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默认寻宝模式（打卡得分）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8163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短按切换至卖宝模式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识别任务卡 / 寻宝卡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7673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✦  断电后需重刷任务卡恢复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41080" y="1234440"/>
            <a:ext cx="164592" cy="1508760"/>
          </a:xfrm>
          <a:prstGeom prst="roundRect">
            <a:avLst>
              <a:gd name="adj" fmla="val 27778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307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2"/>
                </a:solidFill>
              </a:rPr>
              <a:t>寻宝卡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6968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0A0"/>
                </a:solidFill>
              </a:rPr>
              <a:t>圆形 · 直径 5cm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2"/>
                </a:solidFill>
              </a:rPr>
              <a:t>写入唯一数字（1~100）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2"/>
                </a:solidFill>
              </a:rPr>
              <a:t>每个数字全场仅一张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41080" y="3017520"/>
            <a:ext cx="164592" cy="1508760"/>
          </a:xfrm>
          <a:prstGeom prst="roundRect">
            <a:avLst>
              <a:gd name="adj" fmla="val 27778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090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2"/>
                </a:solidFill>
              </a:rPr>
              <a:t>任务卡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0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0A0"/>
                </a:solidFill>
              </a:rPr>
              <a:t>名片大小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2"/>
                </a:solidFill>
              </a:rPr>
              <a:t>玩家编号 / 7个目标数字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2"/>
                </a:solidFill>
              </a:rPr>
              <a:t>完成进度 / 当前得分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E8A820"/>
                </a:solidFill>
              </a:rPr>
              <a:t>主机功能总览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</a:rPr>
              <a:t>短按按钮在三种模式间循环切换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2651760" cy="3429000"/>
          </a:xfrm>
          <a:prstGeom prst="rect">
            <a:avLst/>
          </a:prstGeom>
          <a:solidFill>
            <a:srgbClr val="14304F"/>
          </a:solidFill>
          <a:ln w="12700">
            <a:solidFill>
              <a:srgbClr val="1E3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53312"/>
            <a:ext cx="2651760" cy="73152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81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4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A820"/>
                </a:solidFill>
              </a:rPr>
              <a:t>✍  写卡模式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7472" y="2267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B8"/>
                </a:solidFill>
              </a:rPr>
              <a:t>制作寻宝卡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2578608"/>
            <a:ext cx="2103120" cy="18288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883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串口输入 1~100 数字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放空白卡在读卡器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3639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主机写入并自动验证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4114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可重复制作多张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55264" y="1353312"/>
            <a:ext cx="2651760" cy="3429000"/>
          </a:xfrm>
          <a:prstGeom prst="rect">
            <a:avLst/>
          </a:prstGeom>
          <a:solidFill>
            <a:srgbClr val="14304F"/>
          </a:solidFill>
          <a:ln w="12700">
            <a:solidFill>
              <a:srgbClr val="1E3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55264" y="1353312"/>
            <a:ext cx="2651760" cy="73152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481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4"/>
                </a:solidFill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55264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A820"/>
                </a:solidFill>
              </a:rPr>
              <a:t>🎲  分配任务模式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255264" y="2267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B8"/>
                </a:solidFill>
              </a:rPr>
              <a:t>制作任务卡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9584" y="2578608"/>
            <a:ext cx="2103120" cy="18288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26883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自动生成 7 个随机数字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38144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放空白卡在读卡器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38144" y="3639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写入编号/任务/初始得分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38144" y="4114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写回校验后交给玩家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1353312"/>
            <a:ext cx="2651760" cy="3429000"/>
          </a:xfrm>
          <a:prstGeom prst="rect">
            <a:avLst/>
          </a:prstGeom>
          <a:solidFill>
            <a:srgbClr val="14304F"/>
          </a:solidFill>
          <a:ln w="12700">
            <a:solidFill>
              <a:srgbClr val="1E3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353312"/>
            <a:ext cx="2651760" cy="73152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1481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4"/>
                </a:solidFill>
              </a:rPr>
              <a:t>03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63056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A820"/>
                </a:solidFill>
              </a:rPr>
              <a:t>🔍  读卡模式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163056" y="2267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B8"/>
                </a:solidFill>
              </a:rPr>
              <a:t>监控进度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37376" y="2578608"/>
            <a:ext cx="2103120" cy="18288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6883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放任意卡片在读卡器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45936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寻宝卡 → 显示数字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45936" y="3639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任务卡 → 显示全部进度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45936" y="4114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› 非法卡 → 提示非法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8660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主机 · 模式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1A2E42"/>
                </a:solidFill>
              </a:rPr>
              <a:t>写卡模式 — 制作寻宝卡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0"/>
                </a:solidFill>
              </a:rPr>
              <a:t>将 1~100 中的唯一数字写入空白卡，制成寻宝卡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32588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切换至写卡模式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636776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短按主机按钮，直到屏幕显示「写卡模式」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45059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输入目标数字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61488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通过串口（如串口调试工具）发送 1~100 的数字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3575304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放置空白卡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886200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将空白 Mifare S50 卡放在读卡器感应区上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38928" y="132588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自动写入与验证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1636776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主机写入数字后自动读回校验，屏幕提示成功即可取走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496312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928" y="245059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重复制作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38928" y="2761488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取走卡片后可继续输入新数字，制作更多寻宝卡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575304"/>
            <a:ext cx="3931920" cy="1005840"/>
          </a:xfrm>
          <a:prstGeom prst="rect">
            <a:avLst/>
          </a:prstGeom>
          <a:solidFill>
            <a:srgbClr val="FFF8E8"/>
          </a:solidFill>
          <a:ln w="19050">
            <a:solidFill>
              <a:srgbClr val="E8A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630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</a:rPr>
              <a:t>⚠  注意事项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500"/>
                </a:solidFill>
              </a:rPr>
              <a:t>每个数字对应全场唯一一张寻宝卡，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4500"/>
                </a:solidFill>
              </a:rPr>
              <a:t>同一数字不可重复写入第二张卡片。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8660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主机 · 模式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1A2E42"/>
                </a:solidFill>
              </a:rPr>
              <a:t>分配任务模式 — 制作任务卡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0"/>
                </a:solidFill>
              </a:rPr>
              <a:t>为每位玩家生成随机任务并写入卡片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32588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切换至分配任务模式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636776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短按按钮切换，屏幕显示「分配任务模式」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45059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自动生成任务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61488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主机随机生成 7 个互不重复的数字（范围 1~100）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3575304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放置空白卡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886200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将空白 Mifare S50 卡放在读卡器感应区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38928" y="132588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写入任务数据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1636776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自动写入：玩家编号（递增）/ 7个数字 / 初始得分0 / 全未完成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496312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928" y="245059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读回校验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38928" y="2761488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写入后自动读回验证，成功后屏幕提示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621024"/>
            <a:ext cx="475488" cy="475488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8928" y="3575304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交给玩家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38928" y="3886200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</a:rPr>
              <a:t>校验成功后将任务卡交给对应玩家，正式开始游戏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8660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主机 · 模式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E8A820"/>
                </a:solidFill>
              </a:rPr>
              <a:t>读卡模式 — 监控进度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</a:rPr>
              <a:t>可读取任意卡片，用于游戏中途查询与监控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33472" cy="3383280"/>
          </a:xfrm>
          <a:prstGeom prst="rect">
            <a:avLst/>
          </a:prstGeom>
          <a:solidFill>
            <a:srgbClr val="14304F"/>
          </a:solidFill>
          <a:ln w="19050">
            <a:solidFill>
              <a:srgbClr val="E8A8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630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⭕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20"/>
                </a:solidFill>
              </a:rPr>
              <a:t>寻宝卡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340864"/>
            <a:ext cx="2084832" cy="2286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B8"/>
                </a:solidFill>
              </a:rPr>
              <a:t>显示内容：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249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卡片类型标识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写入的唯一数字（1~100）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1371600"/>
            <a:ext cx="2633472" cy="3383280"/>
          </a:xfrm>
          <a:prstGeom prst="rect">
            <a:avLst/>
          </a:prstGeom>
          <a:solidFill>
            <a:srgbClr val="14304F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14630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73552" y="193852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</a:rPr>
              <a:t>任务卡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47872" y="2340864"/>
            <a:ext cx="2084832" cy="228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B8"/>
                </a:solidFill>
              </a:rPr>
              <a:t>显示内容：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6432" y="27249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玩家编号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6432" y="32186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7 个任务数字（全部列出）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56432" y="37124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已完成的数字（高亮区分）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56432" y="42062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当前累计得分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1344" y="1371600"/>
            <a:ext cx="2633472" cy="3383280"/>
          </a:xfrm>
          <a:prstGeom prst="rect">
            <a:avLst/>
          </a:prstGeom>
          <a:solidFill>
            <a:srgbClr val="14304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81344" y="14630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81344" y="193852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非法卡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55664" y="2340864"/>
            <a:ext cx="2084832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B8"/>
                </a:solidFill>
              </a:rPr>
              <a:t>显示内容：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64224" y="27249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不符合寻宝卡或任务卡格式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64224" y="32186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屏幕显示「非法卡」提示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64224" y="37124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· 无法读取任何游戏数据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8660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子机 · 默认模式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1A2E42"/>
                </a:solidFill>
              </a:rPr>
              <a:t>寻宝模式 — 完成任务积分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0"/>
                </a:solidFill>
              </a:rPr>
              <a:t>子机默认处于寻宝模式，玩家按以下流程操作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4088" y="1298448"/>
            <a:ext cx="822960" cy="82296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54480" y="1664208"/>
            <a:ext cx="475488" cy="54864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1554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20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240280"/>
            <a:ext cx="1591056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23317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2"/>
                </a:solidFill>
              </a:rPr>
              <a:t>刷任务卡（加载）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834640"/>
            <a:ext cx="1188720" cy="2286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07792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将自己的任务卡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放在子机上，读取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7个任务数字和进度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41448" y="1298448"/>
            <a:ext cx="822960" cy="82296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91840" y="1664208"/>
            <a:ext cx="475488" cy="54864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1554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20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75688" y="2240280"/>
            <a:ext cx="1591056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30552" y="23317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2"/>
                </a:solidFill>
              </a:rPr>
              <a:t>寻找寻宝卡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58568" y="2834640"/>
            <a:ext cx="1188720" cy="2286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2907792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根据任务数字在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场地中寻找对应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编号的圆形寻宝卡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78808" y="1298448"/>
            <a:ext cx="822960" cy="82296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8808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0" y="1664208"/>
            <a:ext cx="475488" cy="54864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1554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20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13048" y="2240280"/>
            <a:ext cx="1591056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67912" y="23317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2"/>
                </a:solidFill>
              </a:rPr>
              <a:t>刷寻宝卡（验证）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95928" y="2834640"/>
            <a:ext cx="1188720" cy="2286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907792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找到后放在子机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上，匹配成功则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内存中 +10 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16168" y="1298448"/>
            <a:ext cx="822960" cy="82296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16168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766560" y="1664208"/>
            <a:ext cx="475488" cy="54864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9752" y="1554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20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50408" y="2240280"/>
            <a:ext cx="1591056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05272" y="23317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2"/>
                </a:solidFill>
              </a:rPr>
              <a:t>刷任务卡（保存）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33288" y="2834640"/>
            <a:ext cx="1188720" cy="2286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2907792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子机提示刷卡后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将更新数据写回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任务卡，进度保存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53528" y="1298448"/>
            <a:ext cx="822960" cy="8229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53528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287768" y="2240280"/>
            <a:ext cx="1591056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42632" y="23317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2"/>
                </a:solidFill>
              </a:rPr>
              <a:t>重复直至完成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70648" y="2834640"/>
            <a:ext cx="1188720" cy="22860"/>
          </a:xfrm>
          <a:prstGeom prst="rect">
            <a:avLst/>
          </a:prstGeom>
          <a:solidFill>
            <a:srgbClr val="2ECC71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2907792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继续寻找下一个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数字，全部完成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后任务卡状态全1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8138160" cy="36576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⚠  子机断电或重置后，内存清空，玩家需重新刷任务卡加载已保存的进度后再继续游戏。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8660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子机 · 寻宝模式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E8A820"/>
                </a:solidFill>
              </a:rPr>
              <a:t>刷卡验证逻辑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</a:rPr>
              <a:t>第三步：将寻宝卡放在子机上后的三种结果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011680" cy="914400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刷寻宝卡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148840"/>
            <a:ext cx="2212848" cy="228600"/>
          </a:xfrm>
          <a:prstGeom prst="line">
            <a:avLst/>
          </a:prstGeom>
          <a:noFill/>
          <a:ln w="19050">
            <a:solidFill>
              <a:srgbClr val="8B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0" cy="411480"/>
          </a:xfrm>
          <a:prstGeom prst="line">
            <a:avLst/>
          </a:prstGeom>
          <a:noFill/>
          <a:ln w="19050">
            <a:solidFill>
              <a:srgbClr val="8B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577840" y="2148840"/>
            <a:ext cx="2103120" cy="228600"/>
          </a:xfrm>
          <a:prstGeom prst="line">
            <a:avLst/>
          </a:prstGeom>
          <a:noFill/>
          <a:ln w="19050">
            <a:solidFill>
              <a:srgbClr val="8B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" y="2377440"/>
            <a:ext cx="2103120" cy="2423160"/>
          </a:xfrm>
          <a:prstGeom prst="rect">
            <a:avLst/>
          </a:prstGeom>
          <a:solidFill>
            <a:srgbClr val="14304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匹配成功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1645920" cy="22860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1920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数字属于当前任务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且尚未完成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标记为已完成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内存中 +10 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提示「请刷任务卡保存」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2377440"/>
            <a:ext cx="2103120" cy="2423160"/>
          </a:xfrm>
          <a:prstGeom prst="rect">
            <a:avLst/>
          </a:prstGeom>
          <a:solidFill>
            <a:srgbClr val="14304F"/>
          </a:solidFill>
          <a:ln w="25400">
            <a:solidFill>
              <a:srgbClr val="8B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⚫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A3B8"/>
                </a:solidFill>
              </a:rPr>
              <a:t>不匹配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0" y="3291840"/>
            <a:ext cx="1645920" cy="22860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3383280"/>
            <a:ext cx="1920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数字不在当前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玩家任务列表中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提示「数字不匹配」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本次操作无效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继续寻找其他卡片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377440"/>
            <a:ext cx="2103120" cy="2423160"/>
          </a:xfrm>
          <a:prstGeom prst="rect">
            <a:avLst/>
          </a:prstGeom>
          <a:solidFill>
            <a:srgbClr val="14304F"/>
          </a:solidFill>
          <a:ln w="25400">
            <a:solidFill>
              <a:srgbClr val="E8A8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20"/>
                </a:solidFill>
              </a:rPr>
              <a:t>已完成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2280" y="3291840"/>
            <a:ext cx="1645920" cy="22860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3383280"/>
            <a:ext cx="1920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该数字已被打卡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完成过一次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提示「该任务已完成」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不重复计分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EDE6"/>
                </a:solidFill>
              </a:rPr>
              <a:t>→ 寻找下一张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8660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子机 · 短按切换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1A2E42"/>
                </a:solidFill>
              </a:rPr>
              <a:t>卖宝模式 — 玩家间交易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0"/>
                </a:solidFill>
              </a:rPr>
              <a:t>卖家持有多余寻宝卡，买家需要该数字，进行分数交换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75120" y="1234440"/>
            <a:ext cx="201168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交易积分变化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0" y="15179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20"/>
                </a:solidFill>
              </a:rPr>
              <a:t>买家 −5    卖家 +5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3794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98448"/>
            <a:ext cx="64008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08176"/>
            <a:ext cx="402336" cy="40233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14081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BC9C"/>
                </a:solidFill>
              </a:rPr>
              <a:t>卖家操作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1627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刷买家任务卡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1938528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卖家将买家的任务卡放在子机上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（子机已切换至卖宝模式）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子机检测买家得分是否 ≥ 5 分：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· 充足 → 扣 5 分，立即写回卡片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· 不足 → 提示「买家分数不足」，交易终止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3794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98448"/>
            <a:ext cx="64008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408176"/>
            <a:ext cx="402336" cy="40233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85232" y="14081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BC9C"/>
                </a:solidFill>
              </a:rPr>
              <a:t>卖家操作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85232" y="1627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刷卖家自己任务卡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1938528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卖家将自己的任务卡放在子机上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子机为卖家增加 5 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并将更新后数据写回任务卡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218688"/>
            <a:ext cx="3794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18688"/>
            <a:ext cx="64008" cy="1719072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328416"/>
            <a:ext cx="402336" cy="402336"/>
          </a:xfrm>
          <a:prstGeom prst="ellipse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3328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8A820"/>
                </a:solidFill>
              </a:rPr>
              <a:t>实物交付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87552" y="35478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将寻宝卡交给买家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3858768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卖家将寻宝卡实物递给买家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（子机不涉及寻宝卡操作）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⚠ 全程子机仅操作两张任务卡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218688"/>
            <a:ext cx="3794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218688"/>
            <a:ext cx="64008" cy="17190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328416"/>
            <a:ext cx="402336" cy="40233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85232" y="3328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ECC71"/>
                </a:solidFill>
              </a:rPr>
              <a:t>买家操作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85232" y="35478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</a:rPr>
              <a:t>买家使用寻宝卡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28032" y="3858768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买家切回寻宝模式：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① 刷自己任务卡（加载）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② 刷购入寻宝卡（若匹配 +10 分）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③ 刷任务卡保存进度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6A"/>
                </a:solidFill>
              </a:rPr>
              <a:t>→ 净收益：-5+10 = +5 分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E8A820"/>
                </a:solidFill>
              </a:rPr>
              <a:t>得分规则总结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</a:rPr>
              <a:t>四种操作对应不同积分变化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965960" cy="3429000"/>
          </a:xfrm>
          <a:prstGeom prst="rect">
            <a:avLst/>
          </a:prstGeom>
          <a:solidFill>
            <a:srgbClr val="14304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19659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C71"/>
                </a:solidFill>
              </a:rPr>
              <a:t>+10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761488"/>
            <a:ext cx="1508760" cy="22860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找到匹配寻宝卡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并成功打卡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3B8"/>
                </a:solidFill>
              </a:rPr>
              <a:t>核心得分方式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1353312"/>
            <a:ext cx="1965960" cy="3429000"/>
          </a:xfrm>
          <a:prstGeom prst="rect">
            <a:avLst/>
          </a:prstGeom>
          <a:solidFill>
            <a:srgbClr val="14304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353312"/>
            <a:ext cx="19659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48132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4C3C"/>
                </a:solidFill>
              </a:rPr>
              <a:t>−5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2542032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</a:rPr>
              <a:t>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70632" y="2761488"/>
            <a:ext cx="1508760" cy="22860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买家购买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寻宝卡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33472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3B8"/>
                </a:solidFill>
              </a:rPr>
              <a:t>需 ≥5 分才可购买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18304" y="1353312"/>
            <a:ext cx="1965960" cy="3429000"/>
          </a:xfrm>
          <a:prstGeom prst="rect">
            <a:avLst/>
          </a:prstGeom>
          <a:solidFill>
            <a:srgbClr val="14304F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18304" y="1353312"/>
            <a:ext cx="196596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48132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BC9C"/>
                </a:solidFill>
              </a:rPr>
              <a:t>+5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4718304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BC9C"/>
                </a:solidFill>
              </a:rPr>
              <a:t>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46904" y="2761488"/>
            <a:ext cx="1508760" cy="22860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卖家出售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寻宝卡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9744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3B8"/>
                </a:solidFill>
              </a:rPr>
              <a:t>处理多余卡片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94576" y="1353312"/>
            <a:ext cx="1965960" cy="3429000"/>
          </a:xfrm>
          <a:prstGeom prst="rect">
            <a:avLst/>
          </a:prstGeom>
          <a:solidFill>
            <a:srgbClr val="14304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94576" y="1353312"/>
            <a:ext cx="19659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148132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C71"/>
                </a:solidFill>
              </a:rPr>
              <a:t>+10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6894576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分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123176" y="2761488"/>
            <a:ext cx="1508760" cy="22860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买家买卡后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打卡使用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86016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3B8"/>
                </a:solidFill>
              </a:rPr>
              <a:t>净得 +5 分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45152"/>
            <a:ext cx="8321040" cy="347472"/>
          </a:xfrm>
          <a:prstGeom prst="rect">
            <a:avLst/>
          </a:prstGeom>
          <a:solidFill>
            <a:srgbClr val="12203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842"/>
                </a:solidFill>
              </a:rPr>
              <a:t>💡  买卖合计：买家实际净得 +5 分（付出 5 分购卡成本，打卡获得 10 分）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1A2E42"/>
                </a:solidFill>
              </a:rPr>
              <a:t>注意事项 &amp; 常见问题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0"/>
                </a:solidFill>
              </a:rPr>
              <a:t>游戏中需留意的边界情况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54864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2"/>
                </a:solidFill>
              </a:rPr>
              <a:t>Q  子机断电后进度丢失？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6072" y="170078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A  只要在断电前刷任务卡保存过，数据已写入卡片。重启后重新刷任务卡即可恢复，未保存部分丢失。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61872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61872"/>
            <a:ext cx="54864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2"/>
                </a:solidFill>
              </a:rPr>
              <a:t>Q  同一寻宝卡能被多人刷？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9472" y="170078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A  可以。子机通过任务卡判断数字是否属于当前玩家，寻宝卡本身不限制刷卡人。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60320"/>
            <a:ext cx="54864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2"/>
                </a:solidFill>
              </a:rPr>
              <a:t>Q  交易时买家分数不够？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" y="2999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A  交易无法进行，系统提示「买家分数不足」，买家需先通过寻宝累积至 5 分以上再购买。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2"/>
                </a:solidFill>
              </a:rPr>
              <a:t>Q  主机显示「非法卡」？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999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A  该卡未经主机写入寻宝卡或任务卡数据，为空白卡或其他无效卡片，无法用于游戏。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58768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858768"/>
            <a:ext cx="54864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950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2"/>
                </a:solidFill>
              </a:rPr>
              <a:t>Q  卖宝模式需要刷寻宝卡吗？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6072" y="4297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A  不需要。卖宝全程仅操作两张任务卡完成积分转移，寻宝卡作为实物直接交给买家即可。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858768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858768"/>
            <a:ext cx="54864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950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2"/>
                </a:solidFill>
              </a:rPr>
              <a:t>Q  任务数字重复怎么办？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19472" y="4297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</a:rPr>
              <a:t>A  系统在制作任务卡时自动保证 7 个数字互不重复，无需手动检查。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</a:rPr>
              <a:t>准备好了吗？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E8A820"/>
                </a:solidFill>
              </a:rPr>
              <a:t>开始你的寻宝之旅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3657600" cy="36576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9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A3B8"/>
                </a:solidFill>
              </a:rPr>
              <a:t>基于 ESP32 + RC522 · Mifare S50 寻宝交互游戏系统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6"/>
                </a:solidFill>
              </a:rPr>
              <a:t>📋  主机制卡后方可开始游戏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0416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6"/>
                </a:solidFill>
              </a:rPr>
              <a:t>💾  每次打卡后记得刷任务卡保存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4256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6"/>
                </a:solidFill>
              </a:rPr>
              <a:t>🤝  交易需提前确认买家分数充足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寻宝游戏操作手册</dc:title>
  <dc:subject>PptxGenJS Presentation</dc:subject>
  <dc:creator>PptxGenJS</dc:creator>
  <cp:lastModifiedBy>PptxGenJS</cp:lastModifiedBy>
  <cp:revision>1</cp:revision>
  <dcterms:created xsi:type="dcterms:W3CDTF">2026-04-25T05:01:08Z</dcterms:created>
  <dcterms:modified xsi:type="dcterms:W3CDTF">2026-04-25T05:01:08Z</dcterms:modified>
</cp:coreProperties>
</file>