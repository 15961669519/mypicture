
<file path=[Content_Types].xml><?xml version="1.0" encoding="utf-8"?>
<Types xmlns="http://schemas.openxmlformats.org/package/2006/content-types">
  <Default Extension="png" ContentType="image/png"/>
  <Default Extension="tiff" ContentType="image/tif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88" r:id="rId3"/>
    <p:sldId id="318" r:id="rId4"/>
    <p:sldId id="319" r:id="rId5"/>
    <p:sldId id="320" r:id="rId6"/>
    <p:sldId id="256" r:id="rId7"/>
    <p:sldId id="258" r:id="rId8"/>
    <p:sldId id="265" r:id="rId9"/>
    <p:sldId id="266" r:id="rId10"/>
    <p:sldId id="267" r:id="rId11"/>
    <p:sldId id="268" r:id="rId12"/>
    <p:sldId id="269" r:id="rId13"/>
    <p:sldId id="270" r:id="rId14"/>
    <p:sldId id="360" r:id="rId16"/>
    <p:sldId id="271" r:id="rId17"/>
    <p:sldId id="382" r:id="rId18"/>
    <p:sldId id="272" r:id="rId19"/>
    <p:sldId id="273" r:id="rId20"/>
    <p:sldId id="279" r:id="rId21"/>
    <p:sldId id="282" r:id="rId22"/>
    <p:sldId id="283" r:id="rId23"/>
    <p:sldId id="393" r:id="rId24"/>
    <p:sldId id="286" r:id="rId25"/>
    <p:sldId id="284" r:id="rId26"/>
    <p:sldId id="383" r:id="rId27"/>
    <p:sldId id="392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E02"/>
    <a:srgbClr val="F23572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26"/>
        <p:guide pos="39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94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985885" y="483235"/>
            <a:ext cx="1511300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custDataLst>
              <p:tags r:id="rId17"/>
            </p:custDataLst>
          </p:nvPr>
        </p:nvSpPr>
        <p:spPr>
          <a:xfrm>
            <a:off x="483235" y="6249670"/>
            <a:ext cx="471868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z="1400" smtClean="0"/>
            </a:fld>
            <a:r>
              <a:rPr lang="en-US" altLang="zh-CN" sz="1400" smtClean="0"/>
              <a:t>  </a:t>
            </a:r>
            <a:r>
              <a:rPr lang="zh-CN" altLang="en-US" sz="1400" smtClean="0"/>
              <a:t>机器人考级</a:t>
            </a:r>
            <a:r>
              <a:rPr lang="en-US" altLang="zh-CN" sz="1400" smtClean="0"/>
              <a:t>1-8</a:t>
            </a:r>
            <a:r>
              <a:rPr lang="zh-CN" altLang="en-US" sz="1400" smtClean="0"/>
              <a:t>级咨询钉群</a:t>
            </a:r>
            <a:r>
              <a:rPr lang="en-US" altLang="zh-CN" sz="1400" smtClean="0"/>
              <a:t>33541199</a:t>
            </a:r>
            <a:endParaRPr lang="en-US" altLang="zh-CN" sz="1400" smtClean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3.xml"/><Relationship Id="rId4" Type="http://schemas.openxmlformats.org/officeDocument/2006/relationships/image" Target="../media/image10.tiff"/><Relationship Id="rId3" Type="http://schemas.openxmlformats.org/officeDocument/2006/relationships/tags" Target="../tags/tag72.xml"/><Relationship Id="rId2" Type="http://schemas.openxmlformats.org/officeDocument/2006/relationships/image" Target="../media/image9.tiff"/><Relationship Id="rId1" Type="http://schemas.openxmlformats.org/officeDocument/2006/relationships/image" Target="../media/image8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6.xml"/><Relationship Id="rId2" Type="http://schemas.openxmlformats.org/officeDocument/2006/relationships/image" Target="../media/image11.tiff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78.xml"/><Relationship Id="rId2" Type="http://schemas.openxmlformats.org/officeDocument/2006/relationships/image" Target="../media/image12.jpeg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1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3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7.xml"/><Relationship Id="rId4" Type="http://schemas.openxmlformats.org/officeDocument/2006/relationships/image" Target="../media/image20.jpeg"/><Relationship Id="rId3" Type="http://schemas.openxmlformats.org/officeDocument/2006/relationships/tags" Target="../tags/tag86.xml"/><Relationship Id="rId2" Type="http://schemas.openxmlformats.org/officeDocument/2006/relationships/image" Target="../media/image19.jpeg"/><Relationship Id="rId1" Type="http://schemas.openxmlformats.org/officeDocument/2006/relationships/tags" Target="../tags/tag8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 descr="7b0a2020202022776f7264617274223a20227b5c2269645c223a343532343831352c5c227469645c223a31333437377d220a7d0a"/>
          <p:cNvSpPr txBox="1"/>
          <p:nvPr/>
        </p:nvSpPr>
        <p:spPr>
          <a:xfrm>
            <a:off x="1510030" y="4166235"/>
            <a:ext cx="88684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汉仪综艺体简" charset="0"/>
                <a:sym typeface="+mn-ea"/>
              </a:rPr>
              <a:t>全国青少年机器人等级考试三级</a:t>
            </a:r>
            <a:r>
              <a:rPr lang="en-US" altLang="zh-CN" sz="48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微软雅黑" panose="020B0503020204020204" charset="-122"/>
                <a:ea typeface="微软雅黑" panose="020B0503020204020204" charset="-122"/>
                <a:cs typeface="汉仪综艺体简" charset="0"/>
                <a:sym typeface="+mn-ea"/>
              </a:rPr>
              <a:t>Arduino</a:t>
            </a:r>
            <a:r>
              <a:rPr lang="zh-CN" altLang="en-US" sz="4800" b="1" dirty="0">
                <a:ln w="2950" cap="sq">
                  <a:solidFill>
                    <a:srgbClr val="F9FBFA"/>
                  </a:solidFill>
                  <a:miter/>
                </a:ln>
                <a:gradFill>
                  <a:gsLst>
                    <a:gs pos="0">
                      <a:srgbClr val="E0E8E8"/>
                    </a:gs>
                    <a:gs pos="98039">
                      <a:srgbClr val="AAB3BC"/>
                    </a:gs>
                    <a:gs pos="64000">
                      <a:srgbClr val="B8BAC1"/>
                    </a:gs>
                    <a:gs pos="59000">
                      <a:srgbClr val="DFE5E9"/>
                    </a:gs>
                  </a:gsLst>
                  <a:lin ang="5340000" scaled="1"/>
                </a:gradFill>
                <a:effectLst>
                  <a:outerShdw blurRad="27530" dist="25400" algn="l" rotWithShape="0">
                    <a:srgbClr val="131B0C"/>
                  </a:outerShdw>
                  <a:reflection blurRad="51128" stA="55000" endA="300" endPos="48000" dist="76200" dir="5400000" sy="-100000" algn="bl" rotWithShape="0"/>
                </a:effectLst>
                <a:latin typeface="汉仪综艺体简" charset="0"/>
                <a:ea typeface="微软雅黑" panose="020B0503020204020204" charset="-122"/>
                <a:cs typeface="汉仪综艺体简" charset="0"/>
                <a:sym typeface="+mn-ea"/>
              </a:rPr>
              <a:t>智能硬件课程</a:t>
            </a:r>
            <a:endParaRPr lang="zh-CN" altLang="en-US" sz="4800" b="1" dirty="0">
              <a:ln w="2950" cap="sq">
                <a:solidFill>
                  <a:srgbClr val="F9FBFA"/>
                </a:solidFill>
                <a:miter/>
              </a:ln>
              <a:gradFill>
                <a:gsLst>
                  <a:gs pos="0">
                    <a:srgbClr val="E0E8E8"/>
                  </a:gs>
                  <a:gs pos="98039">
                    <a:srgbClr val="AAB3BC"/>
                  </a:gs>
                  <a:gs pos="64000">
                    <a:srgbClr val="B8BAC1"/>
                  </a:gs>
                  <a:gs pos="59000">
                    <a:srgbClr val="DFE5E9"/>
                  </a:gs>
                </a:gsLst>
                <a:lin ang="5340000" scaled="1"/>
              </a:gradFill>
              <a:effectLst>
                <a:outerShdw blurRad="27530" dist="25400" algn="l" rotWithShape="0">
                  <a:srgbClr val="131B0C"/>
                </a:outerShdw>
                <a:reflection blurRad="51128" stA="55000" endA="300" endPos="48000" dist="76200" dir="5400000" sy="-100000" algn="bl" rotWithShape="0"/>
              </a:effectLst>
              <a:latin typeface="汉仪综艺体简" charset="0"/>
              <a:ea typeface="微软雅黑" panose="020B0503020204020204" charset="-122"/>
              <a:cs typeface="汉仪综艺体简" charset="0"/>
              <a:sym typeface="+mn-ea"/>
            </a:endParaRPr>
          </a:p>
        </p:txBody>
      </p:sp>
      <p:pic>
        <p:nvPicPr>
          <p:cNvPr id="6" name="图片 5" descr="2345"/>
          <p:cNvPicPr>
            <a:picLocks noChangeAspect="1"/>
          </p:cNvPicPr>
          <p:nvPr/>
        </p:nvPicPr>
        <p:blipFill>
          <a:blip r:embed="rId1"/>
          <a:srcRect l="9911" r="16378"/>
          <a:stretch>
            <a:fillRect/>
          </a:stretch>
        </p:blipFill>
        <p:spPr>
          <a:xfrm>
            <a:off x="4431030" y="1177925"/>
            <a:ext cx="3329305" cy="3013075"/>
          </a:xfrm>
          <a:prstGeom prst="rect">
            <a:avLst/>
          </a:prstGeom>
          <a:effectLst>
            <a:glow rad="50800">
              <a:schemeClr val="bg1">
                <a:alpha val="100000"/>
              </a:schemeClr>
            </a:glow>
            <a:softEdge rad="12700"/>
          </a:effectLst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: 圆角 3"/>
          <p:cNvSpPr/>
          <p:nvPr/>
        </p:nvSpPr>
        <p:spPr>
          <a:xfrm>
            <a:off x="195943" y="158620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302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课程回顾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85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2" name="矩形: 圆角 63"/>
          <p:cNvSpPr/>
          <p:nvPr/>
        </p:nvSpPr>
        <p:spPr>
          <a:xfrm>
            <a:off x="802640" y="1223010"/>
            <a:ext cx="10785475" cy="457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3774533">
            <a:off x="842010" y="4950460"/>
            <a:ext cx="796925" cy="706755"/>
          </a:xfrm>
          <a:prstGeom prst="triangle">
            <a:avLst>
              <a:gd name="adj" fmla="val 48350"/>
            </a:avLst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1282" y="1591190"/>
            <a:ext cx="4942947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多选题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、怎样才能形成电流？（ 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须具有能够自由移动的电荷。 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打开开关就能有电流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路中必须有闭合回路，形成通路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导体两端存在电压差。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、电路的三种状态是（ 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B-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48557" y="1591190"/>
            <a:ext cx="52400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、一节普通干电池电压为（）；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人体安全电压为（）；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国家用电电压为（）。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、按键的使用原则是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横通竖不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通。（）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: 圆角 3"/>
          <p:cNvSpPr/>
          <p:nvPr/>
        </p:nvSpPr>
        <p:spPr>
          <a:xfrm>
            <a:off x="195943" y="158620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302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课程回顾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85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2" name="矩形: 圆角 63"/>
          <p:cNvSpPr/>
          <p:nvPr/>
        </p:nvSpPr>
        <p:spPr>
          <a:xfrm>
            <a:off x="802640" y="1223010"/>
            <a:ext cx="10785475" cy="457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3774533">
            <a:off x="842010" y="4950460"/>
            <a:ext cx="796925" cy="706755"/>
          </a:xfrm>
          <a:prstGeom prst="triangle">
            <a:avLst>
              <a:gd name="adj" fmla="val 48350"/>
            </a:avLst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31282" y="1591190"/>
            <a:ext cx="4942947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多选题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、怎样才能形成电流？（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须具有能够自由移动的电荷。 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打开开关就能有电流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路中必须有闭合回路，形成通路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导体两端存在电压差。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、电路的三种状态是（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B-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D-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48557" y="1591190"/>
            <a:ext cx="5240063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、一节普通干电池电压为（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1.5V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人体安全电压为（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36V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国家用电电压为（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220V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、按键的使用原则是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横通竖不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通。（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√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文本框 28"/>
          <p:cNvSpPr txBox="1"/>
          <p:nvPr/>
        </p:nvSpPr>
        <p:spPr>
          <a:xfrm>
            <a:off x="2061817" y="821306"/>
            <a:ext cx="2476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课程回顾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971682" y="1043879"/>
            <a:ext cx="90135" cy="324000"/>
            <a:chOff x="2877107" y="1673644"/>
            <a:chExt cx="90135" cy="171923"/>
          </a:xfrm>
        </p:grpSpPr>
        <p:sp>
          <p:nvSpPr>
            <p:cNvPr id="30" name="矩形 29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496732" y="1055507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846580" y="1477010"/>
            <a:ext cx="771207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、电压、电流和电阻的单位、字母表示方式和电路符号表示是什么？</a:t>
            </a:r>
            <a:endParaRPr kumimoji="1" lang="en-US" altLang="zh-CN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按键是如何使用的？</a:t>
            </a:r>
            <a:endParaRPr kumimoji="1" lang="en-US" altLang="zh-CN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短路最大的危害是什么？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、以下图是不是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短路？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 descr="0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345" y="3505835"/>
            <a:ext cx="3980180" cy="29749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19570" y="4072255"/>
            <a:ext cx="4246880" cy="16605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lnSpc>
                <a:spcPct val="17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短路是指：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电流未经任何负载而直接流回电源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70000"/>
              </a:lnSpc>
            </a:pPr>
            <a:r>
              <a:rPr lang="zh-CN" altLang="en-US" sz="2000" b="1">
                <a:solidFill>
                  <a:schemeClr val="bg1"/>
                </a:solidFill>
              </a:rPr>
              <a:t>（没有消耗任何</a:t>
            </a:r>
            <a:r>
              <a:rPr lang="zh-CN" altLang="en-US" sz="2000" b="1">
                <a:solidFill>
                  <a:schemeClr val="bg1"/>
                </a:solidFill>
              </a:rPr>
              <a:t>电能）</a:t>
            </a:r>
            <a:endParaRPr lang="zh-CN" altLang="en-US" sz="2000" b="1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184"/>
          <p:cNvGrpSpPr/>
          <p:nvPr/>
        </p:nvGrpSpPr>
        <p:grpSpPr>
          <a:xfrm>
            <a:off x="7838528" y="2671150"/>
            <a:ext cx="3594100" cy="4110650"/>
            <a:chOff x="6594799" y="1747334"/>
            <a:chExt cx="3594100" cy="4110650"/>
          </a:xfrm>
        </p:grpSpPr>
        <p:grpSp>
          <p:nvGrpSpPr>
            <p:cNvPr id="184" name="组合 183"/>
            <p:cNvGrpSpPr/>
            <p:nvPr/>
          </p:nvGrpSpPr>
          <p:grpSpPr>
            <a:xfrm>
              <a:off x="6594799" y="5583629"/>
              <a:ext cx="3594100" cy="274355"/>
              <a:chOff x="6594799" y="5583629"/>
              <a:chExt cx="3594100" cy="274355"/>
            </a:xfrm>
          </p:grpSpPr>
          <p:sp>
            <p:nvSpPr>
              <p:cNvPr id="180" name="椭圆 179"/>
              <p:cNvSpPr/>
              <p:nvPr/>
            </p:nvSpPr>
            <p:spPr>
              <a:xfrm>
                <a:off x="6594799" y="5584296"/>
                <a:ext cx="3594100" cy="273676"/>
              </a:xfrm>
              <a:prstGeom prst="ellipse">
                <a:avLst/>
              </a:prstGeom>
              <a:solidFill>
                <a:srgbClr val="35E6FF"/>
              </a:solidFill>
              <a:ln w="76200" cap="rnd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/>
              </a:p>
            </p:txBody>
          </p:sp>
          <p:sp>
            <p:nvSpPr>
              <p:cNvPr id="181" name="椭圆 180"/>
              <p:cNvSpPr/>
              <p:nvPr/>
            </p:nvSpPr>
            <p:spPr>
              <a:xfrm>
                <a:off x="7452087" y="5584283"/>
                <a:ext cx="1278563" cy="273701"/>
              </a:xfrm>
              <a:custGeom>
                <a:avLst/>
                <a:gdLst>
                  <a:gd name="connsiteX0" fmla="*/ 0 w 3594100"/>
                  <a:gd name="connsiteY0" fmla="*/ 136838 h 273676"/>
                  <a:gd name="connsiteX1" fmla="*/ 1797050 w 3594100"/>
                  <a:gd name="connsiteY1" fmla="*/ 0 h 273676"/>
                  <a:gd name="connsiteX2" fmla="*/ 3594100 w 3594100"/>
                  <a:gd name="connsiteY2" fmla="*/ 136838 h 273676"/>
                  <a:gd name="connsiteX3" fmla="*/ 1797050 w 3594100"/>
                  <a:gd name="connsiteY3" fmla="*/ 273676 h 273676"/>
                  <a:gd name="connsiteX4" fmla="*/ 0 w 3594100"/>
                  <a:gd name="connsiteY4" fmla="*/ 136838 h 273676"/>
                  <a:gd name="connsiteX0-1" fmla="*/ 0 w 2155825"/>
                  <a:gd name="connsiteY0-2" fmla="*/ 137460 h 275843"/>
                  <a:gd name="connsiteX1-3" fmla="*/ 1797050 w 2155825"/>
                  <a:gd name="connsiteY1-4" fmla="*/ 622 h 275843"/>
                  <a:gd name="connsiteX2-5" fmla="*/ 2155825 w 2155825"/>
                  <a:gd name="connsiteY2-6" fmla="*/ 185085 h 275843"/>
                  <a:gd name="connsiteX3-7" fmla="*/ 1797050 w 2155825"/>
                  <a:gd name="connsiteY3-8" fmla="*/ 274298 h 275843"/>
                  <a:gd name="connsiteX4-9" fmla="*/ 0 w 2155825"/>
                  <a:gd name="connsiteY4-10" fmla="*/ 137460 h 275843"/>
                  <a:gd name="connsiteX0-11" fmla="*/ 0 w 1041400"/>
                  <a:gd name="connsiteY0-12" fmla="*/ 165493 h 274116"/>
                  <a:gd name="connsiteX1-13" fmla="*/ 682625 w 1041400"/>
                  <a:gd name="connsiteY1-14" fmla="*/ 80 h 274116"/>
                  <a:gd name="connsiteX2-15" fmla="*/ 1041400 w 1041400"/>
                  <a:gd name="connsiteY2-16" fmla="*/ 184543 h 274116"/>
                  <a:gd name="connsiteX3-17" fmla="*/ 682625 w 1041400"/>
                  <a:gd name="connsiteY3-18" fmla="*/ 273756 h 274116"/>
                  <a:gd name="connsiteX4-19" fmla="*/ 0 w 1041400"/>
                  <a:gd name="connsiteY4-20" fmla="*/ 165493 h 274116"/>
                  <a:gd name="connsiteX0-21" fmla="*/ 0 w 1155700"/>
                  <a:gd name="connsiteY0-22" fmla="*/ 165434 h 273768"/>
                  <a:gd name="connsiteX1-23" fmla="*/ 682625 w 1155700"/>
                  <a:gd name="connsiteY1-24" fmla="*/ 21 h 273768"/>
                  <a:gd name="connsiteX2-25" fmla="*/ 1155700 w 1155700"/>
                  <a:gd name="connsiteY2-26" fmla="*/ 174959 h 273768"/>
                  <a:gd name="connsiteX3-27" fmla="*/ 682625 w 1155700"/>
                  <a:gd name="connsiteY3-28" fmla="*/ 273697 h 273768"/>
                  <a:gd name="connsiteX4-29" fmla="*/ 0 w 1155700"/>
                  <a:gd name="connsiteY4-30" fmla="*/ 165434 h 273768"/>
                  <a:gd name="connsiteX0-31" fmla="*/ 0 w 1155700"/>
                  <a:gd name="connsiteY0-32" fmla="*/ 165434 h 273710"/>
                  <a:gd name="connsiteX1-33" fmla="*/ 682625 w 1155700"/>
                  <a:gd name="connsiteY1-34" fmla="*/ 21 h 273710"/>
                  <a:gd name="connsiteX2-35" fmla="*/ 1155700 w 1155700"/>
                  <a:gd name="connsiteY2-36" fmla="*/ 174959 h 273710"/>
                  <a:gd name="connsiteX3-37" fmla="*/ 682625 w 1155700"/>
                  <a:gd name="connsiteY3-38" fmla="*/ 273697 h 273710"/>
                  <a:gd name="connsiteX4-39" fmla="*/ 0 w 1155700"/>
                  <a:gd name="connsiteY4-40" fmla="*/ 165434 h 273710"/>
                  <a:gd name="connsiteX0-41" fmla="*/ 102219 w 1257919"/>
                  <a:gd name="connsiteY0-42" fmla="*/ 165425 h 273701"/>
                  <a:gd name="connsiteX1-43" fmla="*/ 784844 w 1257919"/>
                  <a:gd name="connsiteY1-44" fmla="*/ 12 h 273701"/>
                  <a:gd name="connsiteX2-45" fmla="*/ 1257919 w 1257919"/>
                  <a:gd name="connsiteY2-46" fmla="*/ 174950 h 273701"/>
                  <a:gd name="connsiteX3-47" fmla="*/ 784844 w 1257919"/>
                  <a:gd name="connsiteY3-48" fmla="*/ 273688 h 273701"/>
                  <a:gd name="connsiteX4-49" fmla="*/ 102219 w 1257919"/>
                  <a:gd name="connsiteY4-50" fmla="*/ 165425 h 273701"/>
                  <a:gd name="connsiteX0-51" fmla="*/ 100638 w 1278563"/>
                  <a:gd name="connsiteY0-52" fmla="*/ 165425 h 273701"/>
                  <a:gd name="connsiteX1-53" fmla="*/ 805488 w 1278563"/>
                  <a:gd name="connsiteY1-54" fmla="*/ 12 h 273701"/>
                  <a:gd name="connsiteX2-55" fmla="*/ 1278563 w 1278563"/>
                  <a:gd name="connsiteY2-56" fmla="*/ 174950 h 273701"/>
                  <a:gd name="connsiteX3-57" fmla="*/ 805488 w 1278563"/>
                  <a:gd name="connsiteY3-58" fmla="*/ 273688 h 273701"/>
                  <a:gd name="connsiteX4-59" fmla="*/ 100638 w 1278563"/>
                  <a:gd name="connsiteY4-60" fmla="*/ 165425 h 2737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278563" h="273701">
                    <a:moveTo>
                      <a:pt x="100638" y="165425"/>
                    </a:moveTo>
                    <a:cubicBezTo>
                      <a:pt x="-299412" y="166051"/>
                      <a:pt x="609167" y="-1575"/>
                      <a:pt x="805488" y="12"/>
                    </a:cubicBezTo>
                    <a:cubicBezTo>
                      <a:pt x="1001809" y="1599"/>
                      <a:pt x="1278563" y="99376"/>
                      <a:pt x="1278563" y="174950"/>
                    </a:cubicBezTo>
                    <a:cubicBezTo>
                      <a:pt x="916613" y="136224"/>
                      <a:pt x="1001809" y="275275"/>
                      <a:pt x="805488" y="273688"/>
                    </a:cubicBezTo>
                    <a:cubicBezTo>
                      <a:pt x="609167" y="272101"/>
                      <a:pt x="500688" y="164799"/>
                      <a:pt x="100638" y="165425"/>
                    </a:cubicBezTo>
                    <a:close/>
                  </a:path>
                </a:pathLst>
              </a:custGeom>
              <a:solidFill>
                <a:srgbClr val="FC3977"/>
              </a:solidFill>
              <a:ln w="76200" cap="rnd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/>
              </a:p>
            </p:txBody>
          </p:sp>
          <p:sp>
            <p:nvSpPr>
              <p:cNvPr id="182" name="椭圆 181"/>
              <p:cNvSpPr/>
              <p:nvPr/>
            </p:nvSpPr>
            <p:spPr>
              <a:xfrm>
                <a:off x="6897103" y="5583629"/>
                <a:ext cx="1384923" cy="273550"/>
              </a:xfrm>
              <a:custGeom>
                <a:avLst/>
                <a:gdLst>
                  <a:gd name="connsiteX0" fmla="*/ 0 w 3594100"/>
                  <a:gd name="connsiteY0" fmla="*/ 136838 h 273676"/>
                  <a:gd name="connsiteX1" fmla="*/ 1797050 w 3594100"/>
                  <a:gd name="connsiteY1" fmla="*/ 0 h 273676"/>
                  <a:gd name="connsiteX2" fmla="*/ 3594100 w 3594100"/>
                  <a:gd name="connsiteY2" fmla="*/ 136838 h 273676"/>
                  <a:gd name="connsiteX3" fmla="*/ 1797050 w 3594100"/>
                  <a:gd name="connsiteY3" fmla="*/ 273676 h 273676"/>
                  <a:gd name="connsiteX4" fmla="*/ 0 w 3594100"/>
                  <a:gd name="connsiteY4" fmla="*/ 136838 h 273676"/>
                  <a:gd name="connsiteX0-1" fmla="*/ 31700 w 3625800"/>
                  <a:gd name="connsiteY0-2" fmla="*/ 143779 h 280617"/>
                  <a:gd name="connsiteX1-3" fmla="*/ 764832 w 3625800"/>
                  <a:gd name="connsiteY1-4" fmla="*/ 32998 h 280617"/>
                  <a:gd name="connsiteX2-5" fmla="*/ 1828750 w 3625800"/>
                  <a:gd name="connsiteY2-6" fmla="*/ 6941 h 280617"/>
                  <a:gd name="connsiteX3-7" fmla="*/ 3625800 w 3625800"/>
                  <a:gd name="connsiteY3-8" fmla="*/ 143779 h 280617"/>
                  <a:gd name="connsiteX4-9" fmla="*/ 1828750 w 3625800"/>
                  <a:gd name="connsiteY4-10" fmla="*/ 280617 h 280617"/>
                  <a:gd name="connsiteX5" fmla="*/ 31700 w 3625800"/>
                  <a:gd name="connsiteY5" fmla="*/ 143779 h 280617"/>
                  <a:gd name="connsiteX0-11" fmla="*/ 31700 w 3625800"/>
                  <a:gd name="connsiteY0-12" fmla="*/ 142273 h 279111"/>
                  <a:gd name="connsiteX1-13" fmla="*/ 764832 w 3625800"/>
                  <a:gd name="connsiteY1-14" fmla="*/ 31492 h 279111"/>
                  <a:gd name="connsiteX2-15" fmla="*/ 1828750 w 3625800"/>
                  <a:gd name="connsiteY2-16" fmla="*/ 5435 h 279111"/>
                  <a:gd name="connsiteX3-17" fmla="*/ 3625800 w 3625800"/>
                  <a:gd name="connsiteY3-18" fmla="*/ 142273 h 279111"/>
                  <a:gd name="connsiteX4-19" fmla="*/ 1828750 w 3625800"/>
                  <a:gd name="connsiteY4-20" fmla="*/ 279111 h 279111"/>
                  <a:gd name="connsiteX5-21" fmla="*/ 31700 w 3625800"/>
                  <a:gd name="connsiteY5-22" fmla="*/ 142273 h 279111"/>
                  <a:gd name="connsiteX0-23" fmla="*/ 31700 w 3625800"/>
                  <a:gd name="connsiteY0-24" fmla="*/ 140242 h 277080"/>
                  <a:gd name="connsiteX1-25" fmla="*/ 764832 w 3625800"/>
                  <a:gd name="connsiteY1-26" fmla="*/ 43749 h 277080"/>
                  <a:gd name="connsiteX2-27" fmla="*/ 1828750 w 3625800"/>
                  <a:gd name="connsiteY2-28" fmla="*/ 3404 h 277080"/>
                  <a:gd name="connsiteX3-29" fmla="*/ 3625800 w 3625800"/>
                  <a:gd name="connsiteY3-30" fmla="*/ 140242 h 277080"/>
                  <a:gd name="connsiteX4-31" fmla="*/ 1828750 w 3625800"/>
                  <a:gd name="connsiteY4-32" fmla="*/ 277080 h 277080"/>
                  <a:gd name="connsiteX5-33" fmla="*/ 31700 w 3625800"/>
                  <a:gd name="connsiteY5-34" fmla="*/ 140242 h 277080"/>
                  <a:gd name="connsiteX0-35" fmla="*/ 31490 w 3625590"/>
                  <a:gd name="connsiteY0-36" fmla="*/ 141865 h 278703"/>
                  <a:gd name="connsiteX1-37" fmla="*/ 767003 w 3625590"/>
                  <a:gd name="connsiteY1-38" fmla="*/ 33466 h 278703"/>
                  <a:gd name="connsiteX2-39" fmla="*/ 1828540 w 3625590"/>
                  <a:gd name="connsiteY2-40" fmla="*/ 5027 h 278703"/>
                  <a:gd name="connsiteX3-41" fmla="*/ 3625590 w 3625590"/>
                  <a:gd name="connsiteY3-42" fmla="*/ 141865 h 278703"/>
                  <a:gd name="connsiteX4-43" fmla="*/ 1828540 w 3625590"/>
                  <a:gd name="connsiteY4-44" fmla="*/ 278703 h 278703"/>
                  <a:gd name="connsiteX5-45" fmla="*/ 31490 w 3625590"/>
                  <a:gd name="connsiteY5-46" fmla="*/ 141865 h 278703"/>
                  <a:gd name="connsiteX0-47" fmla="*/ 31490 w 3625590"/>
                  <a:gd name="connsiteY0-48" fmla="*/ 140942 h 277780"/>
                  <a:gd name="connsiteX1-49" fmla="*/ 767003 w 3625590"/>
                  <a:gd name="connsiteY1-50" fmla="*/ 32543 h 277780"/>
                  <a:gd name="connsiteX2-51" fmla="*/ 1828540 w 3625590"/>
                  <a:gd name="connsiteY2-52" fmla="*/ 4104 h 277780"/>
                  <a:gd name="connsiteX3-53" fmla="*/ 3625590 w 3625590"/>
                  <a:gd name="connsiteY3-54" fmla="*/ 140942 h 277780"/>
                  <a:gd name="connsiteX4-55" fmla="*/ 1828540 w 3625590"/>
                  <a:gd name="connsiteY4-56" fmla="*/ 277780 h 277780"/>
                  <a:gd name="connsiteX5-57" fmla="*/ 31490 w 3625590"/>
                  <a:gd name="connsiteY5-58" fmla="*/ 140942 h 277780"/>
                  <a:gd name="connsiteX0-59" fmla="*/ 31490 w 3625590"/>
                  <a:gd name="connsiteY0-60" fmla="*/ 142615 h 279453"/>
                  <a:gd name="connsiteX1-61" fmla="*/ 767003 w 3625590"/>
                  <a:gd name="connsiteY1-62" fmla="*/ 34216 h 279453"/>
                  <a:gd name="connsiteX2-63" fmla="*/ 1828540 w 3625590"/>
                  <a:gd name="connsiteY2-64" fmla="*/ 5777 h 279453"/>
                  <a:gd name="connsiteX3-65" fmla="*/ 3625590 w 3625590"/>
                  <a:gd name="connsiteY3-66" fmla="*/ 142615 h 279453"/>
                  <a:gd name="connsiteX4-67" fmla="*/ 1828540 w 3625590"/>
                  <a:gd name="connsiteY4-68" fmla="*/ 279453 h 279453"/>
                  <a:gd name="connsiteX5-69" fmla="*/ 31490 w 3625590"/>
                  <a:gd name="connsiteY5-70" fmla="*/ 142615 h 279453"/>
                  <a:gd name="connsiteX0-71" fmla="*/ 31490 w 3625590"/>
                  <a:gd name="connsiteY0-72" fmla="*/ 136850 h 273688"/>
                  <a:gd name="connsiteX1-73" fmla="*/ 767003 w 3625590"/>
                  <a:gd name="connsiteY1-74" fmla="*/ 28451 h 273688"/>
                  <a:gd name="connsiteX2-75" fmla="*/ 1828540 w 3625590"/>
                  <a:gd name="connsiteY2-76" fmla="*/ 12 h 273688"/>
                  <a:gd name="connsiteX3-77" fmla="*/ 3625590 w 3625590"/>
                  <a:gd name="connsiteY3-78" fmla="*/ 136850 h 273688"/>
                  <a:gd name="connsiteX4-79" fmla="*/ 1828540 w 3625590"/>
                  <a:gd name="connsiteY4-80" fmla="*/ 273688 h 273688"/>
                  <a:gd name="connsiteX5-81" fmla="*/ 31490 w 3625590"/>
                  <a:gd name="connsiteY5-82" fmla="*/ 136850 h 273688"/>
                  <a:gd name="connsiteX0-83" fmla="*/ 31490 w 3625590"/>
                  <a:gd name="connsiteY0-84" fmla="*/ 137865 h 274703"/>
                  <a:gd name="connsiteX1-85" fmla="*/ 767003 w 3625590"/>
                  <a:gd name="connsiteY1-86" fmla="*/ 29466 h 274703"/>
                  <a:gd name="connsiteX2-87" fmla="*/ 1828540 w 3625590"/>
                  <a:gd name="connsiteY2-88" fmla="*/ 1027 h 274703"/>
                  <a:gd name="connsiteX3-89" fmla="*/ 3625590 w 3625590"/>
                  <a:gd name="connsiteY3-90" fmla="*/ 137865 h 274703"/>
                  <a:gd name="connsiteX4-91" fmla="*/ 1828540 w 3625590"/>
                  <a:gd name="connsiteY4-92" fmla="*/ 274703 h 274703"/>
                  <a:gd name="connsiteX5-93" fmla="*/ 31490 w 3625590"/>
                  <a:gd name="connsiteY5-94" fmla="*/ 137865 h 274703"/>
                  <a:gd name="connsiteX0-95" fmla="*/ 31490 w 3625590"/>
                  <a:gd name="connsiteY0-96" fmla="*/ 136964 h 273802"/>
                  <a:gd name="connsiteX1-97" fmla="*/ 767003 w 3625590"/>
                  <a:gd name="connsiteY1-98" fmla="*/ 28565 h 273802"/>
                  <a:gd name="connsiteX2-99" fmla="*/ 1828540 w 3625590"/>
                  <a:gd name="connsiteY2-100" fmla="*/ 126 h 273802"/>
                  <a:gd name="connsiteX3-101" fmla="*/ 3625590 w 3625590"/>
                  <a:gd name="connsiteY3-102" fmla="*/ 136964 h 273802"/>
                  <a:gd name="connsiteX4-103" fmla="*/ 1828540 w 3625590"/>
                  <a:gd name="connsiteY4-104" fmla="*/ 273802 h 273802"/>
                  <a:gd name="connsiteX5-105" fmla="*/ 31490 w 3625590"/>
                  <a:gd name="connsiteY5-106" fmla="*/ 136964 h 273802"/>
                  <a:gd name="connsiteX0-107" fmla="*/ 31490 w 1853165"/>
                  <a:gd name="connsiteY0-108" fmla="*/ 142400 h 279240"/>
                  <a:gd name="connsiteX1-109" fmla="*/ 767003 w 1853165"/>
                  <a:gd name="connsiteY1-110" fmla="*/ 34001 h 279240"/>
                  <a:gd name="connsiteX2-111" fmla="*/ 1828540 w 1853165"/>
                  <a:gd name="connsiteY2-112" fmla="*/ 5562 h 279240"/>
                  <a:gd name="connsiteX3-113" fmla="*/ 1123690 w 1853165"/>
                  <a:gd name="connsiteY3-114" fmla="*/ 139225 h 279240"/>
                  <a:gd name="connsiteX4-115" fmla="*/ 1828540 w 1853165"/>
                  <a:gd name="connsiteY4-116" fmla="*/ 279238 h 279240"/>
                  <a:gd name="connsiteX5-117" fmla="*/ 31490 w 1853165"/>
                  <a:gd name="connsiteY5-118" fmla="*/ 142400 h 279240"/>
                  <a:gd name="connsiteX0-119" fmla="*/ 31490 w 1846021"/>
                  <a:gd name="connsiteY0-120" fmla="*/ 142188 h 279034"/>
                  <a:gd name="connsiteX1-121" fmla="*/ 767003 w 1846021"/>
                  <a:gd name="connsiteY1-122" fmla="*/ 33789 h 279034"/>
                  <a:gd name="connsiteX2-123" fmla="*/ 1828540 w 1846021"/>
                  <a:gd name="connsiteY2-124" fmla="*/ 5350 h 279034"/>
                  <a:gd name="connsiteX3-125" fmla="*/ 993515 w 1846021"/>
                  <a:gd name="connsiteY3-126" fmla="*/ 135838 h 279034"/>
                  <a:gd name="connsiteX4-127" fmla="*/ 1828540 w 1846021"/>
                  <a:gd name="connsiteY4-128" fmla="*/ 279026 h 279034"/>
                  <a:gd name="connsiteX5-129" fmla="*/ 31490 w 1846021"/>
                  <a:gd name="connsiteY5-130" fmla="*/ 142188 h 279034"/>
                  <a:gd name="connsiteX0-131" fmla="*/ 31490 w 1842149"/>
                  <a:gd name="connsiteY0-132" fmla="*/ 140929 h 277897"/>
                  <a:gd name="connsiteX1-133" fmla="*/ 767003 w 1842149"/>
                  <a:gd name="connsiteY1-134" fmla="*/ 32530 h 277897"/>
                  <a:gd name="connsiteX2-135" fmla="*/ 1828540 w 1842149"/>
                  <a:gd name="connsiteY2-136" fmla="*/ 4091 h 277897"/>
                  <a:gd name="connsiteX3-137" fmla="*/ 904615 w 1842149"/>
                  <a:gd name="connsiteY3-138" fmla="*/ 115529 h 277897"/>
                  <a:gd name="connsiteX4-139" fmla="*/ 1828540 w 1842149"/>
                  <a:gd name="connsiteY4-140" fmla="*/ 277767 h 277897"/>
                  <a:gd name="connsiteX5-141" fmla="*/ 31490 w 1842149"/>
                  <a:gd name="connsiteY5-142" fmla="*/ 140929 h 277897"/>
                  <a:gd name="connsiteX0-143" fmla="*/ 31490 w 1841899"/>
                  <a:gd name="connsiteY0-144" fmla="*/ 143915 h 280909"/>
                  <a:gd name="connsiteX1-145" fmla="*/ 767003 w 1841899"/>
                  <a:gd name="connsiteY1-146" fmla="*/ 35516 h 280909"/>
                  <a:gd name="connsiteX2-147" fmla="*/ 1828540 w 1841899"/>
                  <a:gd name="connsiteY2-148" fmla="*/ 7077 h 280909"/>
                  <a:gd name="connsiteX3-149" fmla="*/ 898265 w 1841899"/>
                  <a:gd name="connsiteY3-150" fmla="*/ 162965 h 280909"/>
                  <a:gd name="connsiteX4-151" fmla="*/ 1828540 w 1841899"/>
                  <a:gd name="connsiteY4-152" fmla="*/ 280753 h 280909"/>
                  <a:gd name="connsiteX5-153" fmla="*/ 31490 w 1841899"/>
                  <a:gd name="connsiteY5-154" fmla="*/ 143915 h 280909"/>
                  <a:gd name="connsiteX0-155" fmla="*/ 31490 w 1841653"/>
                  <a:gd name="connsiteY0-156" fmla="*/ 143480 h 280381"/>
                  <a:gd name="connsiteX1-157" fmla="*/ 767003 w 1841653"/>
                  <a:gd name="connsiteY1-158" fmla="*/ 35081 h 280381"/>
                  <a:gd name="connsiteX2-159" fmla="*/ 1828540 w 1841653"/>
                  <a:gd name="connsiteY2-160" fmla="*/ 6642 h 280381"/>
                  <a:gd name="connsiteX3-161" fmla="*/ 891915 w 1841653"/>
                  <a:gd name="connsiteY3-162" fmla="*/ 156180 h 280381"/>
                  <a:gd name="connsiteX4-163" fmla="*/ 1828540 w 1841653"/>
                  <a:gd name="connsiteY4-164" fmla="*/ 280318 h 280381"/>
                  <a:gd name="connsiteX5-165" fmla="*/ 31490 w 1841653"/>
                  <a:gd name="connsiteY5-166" fmla="*/ 143480 h 280381"/>
                  <a:gd name="connsiteX0-167" fmla="*/ 31490 w 1842402"/>
                  <a:gd name="connsiteY0-168" fmla="*/ 143915 h 280909"/>
                  <a:gd name="connsiteX1-169" fmla="*/ 767003 w 1842402"/>
                  <a:gd name="connsiteY1-170" fmla="*/ 35516 h 280909"/>
                  <a:gd name="connsiteX2-171" fmla="*/ 1828540 w 1842402"/>
                  <a:gd name="connsiteY2-172" fmla="*/ 7077 h 280909"/>
                  <a:gd name="connsiteX3-173" fmla="*/ 910965 w 1842402"/>
                  <a:gd name="connsiteY3-174" fmla="*/ 162965 h 280909"/>
                  <a:gd name="connsiteX4-175" fmla="*/ 1828540 w 1842402"/>
                  <a:gd name="connsiteY4-176" fmla="*/ 280753 h 280909"/>
                  <a:gd name="connsiteX5-177" fmla="*/ 31490 w 1842402"/>
                  <a:gd name="connsiteY5-178" fmla="*/ 143915 h 280909"/>
                  <a:gd name="connsiteX0-179" fmla="*/ 24545 w 1822045"/>
                  <a:gd name="connsiteY0-180" fmla="*/ 143915 h 277745"/>
                  <a:gd name="connsiteX1-181" fmla="*/ 760058 w 1822045"/>
                  <a:gd name="connsiteY1-182" fmla="*/ 35516 h 277745"/>
                  <a:gd name="connsiteX2-183" fmla="*/ 1821595 w 1822045"/>
                  <a:gd name="connsiteY2-184" fmla="*/ 7077 h 277745"/>
                  <a:gd name="connsiteX3-185" fmla="*/ 904020 w 1822045"/>
                  <a:gd name="connsiteY3-186" fmla="*/ 162965 h 277745"/>
                  <a:gd name="connsiteX4-187" fmla="*/ 1669195 w 1822045"/>
                  <a:gd name="connsiteY4-188" fmla="*/ 277578 h 277745"/>
                  <a:gd name="connsiteX5-189" fmla="*/ 24545 w 1822045"/>
                  <a:gd name="connsiteY5-190" fmla="*/ 143915 h 277745"/>
                  <a:gd name="connsiteX0-191" fmla="*/ 24545 w 1822045"/>
                  <a:gd name="connsiteY0-192" fmla="*/ 143915 h 280390"/>
                  <a:gd name="connsiteX1-193" fmla="*/ 760058 w 1822045"/>
                  <a:gd name="connsiteY1-194" fmla="*/ 35516 h 280390"/>
                  <a:gd name="connsiteX2-195" fmla="*/ 1821595 w 1822045"/>
                  <a:gd name="connsiteY2-196" fmla="*/ 7077 h 280390"/>
                  <a:gd name="connsiteX3-197" fmla="*/ 904020 w 1822045"/>
                  <a:gd name="connsiteY3-198" fmla="*/ 162965 h 280390"/>
                  <a:gd name="connsiteX4-199" fmla="*/ 1669195 w 1822045"/>
                  <a:gd name="connsiteY4-200" fmla="*/ 277578 h 280390"/>
                  <a:gd name="connsiteX5-201" fmla="*/ 24545 w 1822045"/>
                  <a:gd name="connsiteY5-202" fmla="*/ 143915 h 280390"/>
                  <a:gd name="connsiteX0-203" fmla="*/ 24545 w 1715094"/>
                  <a:gd name="connsiteY0-204" fmla="*/ 138577 h 275052"/>
                  <a:gd name="connsiteX1-205" fmla="*/ 760058 w 1715094"/>
                  <a:gd name="connsiteY1-206" fmla="*/ 30178 h 275052"/>
                  <a:gd name="connsiteX2-207" fmla="*/ 1497745 w 1715094"/>
                  <a:gd name="connsiteY2-208" fmla="*/ 8089 h 275052"/>
                  <a:gd name="connsiteX3-209" fmla="*/ 904020 w 1715094"/>
                  <a:gd name="connsiteY3-210" fmla="*/ 157627 h 275052"/>
                  <a:gd name="connsiteX4-211" fmla="*/ 1669195 w 1715094"/>
                  <a:gd name="connsiteY4-212" fmla="*/ 272240 h 275052"/>
                  <a:gd name="connsiteX5-213" fmla="*/ 24545 w 1715094"/>
                  <a:gd name="connsiteY5-214" fmla="*/ 138577 h 275052"/>
                  <a:gd name="connsiteX0-215" fmla="*/ 24545 w 1715094"/>
                  <a:gd name="connsiteY0-216" fmla="*/ 143915 h 280390"/>
                  <a:gd name="connsiteX1-217" fmla="*/ 760058 w 1715094"/>
                  <a:gd name="connsiteY1-218" fmla="*/ 35516 h 280390"/>
                  <a:gd name="connsiteX2-219" fmla="*/ 1713645 w 1715094"/>
                  <a:gd name="connsiteY2-220" fmla="*/ 7077 h 280390"/>
                  <a:gd name="connsiteX3-221" fmla="*/ 904020 w 1715094"/>
                  <a:gd name="connsiteY3-222" fmla="*/ 162965 h 280390"/>
                  <a:gd name="connsiteX4-223" fmla="*/ 1669195 w 1715094"/>
                  <a:gd name="connsiteY4-224" fmla="*/ 277578 h 280390"/>
                  <a:gd name="connsiteX5-225" fmla="*/ 24545 w 1715094"/>
                  <a:gd name="connsiteY5-226" fmla="*/ 143915 h 280390"/>
                  <a:gd name="connsiteX0-227" fmla="*/ 24545 w 1714153"/>
                  <a:gd name="connsiteY0-228" fmla="*/ 143915 h 280390"/>
                  <a:gd name="connsiteX1-229" fmla="*/ 760058 w 1714153"/>
                  <a:gd name="connsiteY1-230" fmla="*/ 35516 h 280390"/>
                  <a:gd name="connsiteX2-231" fmla="*/ 1713645 w 1714153"/>
                  <a:gd name="connsiteY2-232" fmla="*/ 7077 h 280390"/>
                  <a:gd name="connsiteX3-233" fmla="*/ 904020 w 1714153"/>
                  <a:gd name="connsiteY3-234" fmla="*/ 162965 h 280390"/>
                  <a:gd name="connsiteX4-235" fmla="*/ 1669195 w 1714153"/>
                  <a:gd name="connsiteY4-236" fmla="*/ 277578 h 280390"/>
                  <a:gd name="connsiteX5-237" fmla="*/ 24545 w 1714153"/>
                  <a:gd name="connsiteY5-238" fmla="*/ 143915 h 280390"/>
                  <a:gd name="connsiteX0-239" fmla="*/ 24545 w 1714153"/>
                  <a:gd name="connsiteY0-240" fmla="*/ 143915 h 280390"/>
                  <a:gd name="connsiteX1-241" fmla="*/ 760058 w 1714153"/>
                  <a:gd name="connsiteY1-242" fmla="*/ 35516 h 280390"/>
                  <a:gd name="connsiteX2-243" fmla="*/ 1713645 w 1714153"/>
                  <a:gd name="connsiteY2-244" fmla="*/ 7077 h 280390"/>
                  <a:gd name="connsiteX3-245" fmla="*/ 904020 w 1714153"/>
                  <a:gd name="connsiteY3-246" fmla="*/ 162965 h 280390"/>
                  <a:gd name="connsiteX4-247" fmla="*/ 1669195 w 1714153"/>
                  <a:gd name="connsiteY4-248" fmla="*/ 277578 h 280390"/>
                  <a:gd name="connsiteX5-249" fmla="*/ 24545 w 1714153"/>
                  <a:gd name="connsiteY5-250" fmla="*/ 143915 h 280390"/>
                  <a:gd name="connsiteX0-251" fmla="*/ 46945 w 1387303"/>
                  <a:gd name="connsiteY0-252" fmla="*/ 162965 h 277578"/>
                  <a:gd name="connsiteX1-253" fmla="*/ 433208 w 1387303"/>
                  <a:gd name="connsiteY1-254" fmla="*/ 35516 h 277578"/>
                  <a:gd name="connsiteX2-255" fmla="*/ 1386795 w 1387303"/>
                  <a:gd name="connsiteY2-256" fmla="*/ 7077 h 277578"/>
                  <a:gd name="connsiteX3-257" fmla="*/ 577170 w 1387303"/>
                  <a:gd name="connsiteY3-258" fmla="*/ 162965 h 277578"/>
                  <a:gd name="connsiteX4-259" fmla="*/ 1342345 w 1387303"/>
                  <a:gd name="connsiteY4-260" fmla="*/ 277578 h 277578"/>
                  <a:gd name="connsiteX5-261" fmla="*/ 46945 w 1387303"/>
                  <a:gd name="connsiteY5-262" fmla="*/ 162965 h 277578"/>
                  <a:gd name="connsiteX0-263" fmla="*/ 46945 w 1387303"/>
                  <a:gd name="connsiteY0-264" fmla="*/ 162965 h 277578"/>
                  <a:gd name="connsiteX1-265" fmla="*/ 433208 w 1387303"/>
                  <a:gd name="connsiteY1-266" fmla="*/ 35516 h 277578"/>
                  <a:gd name="connsiteX2-267" fmla="*/ 1386795 w 1387303"/>
                  <a:gd name="connsiteY2-268" fmla="*/ 7077 h 277578"/>
                  <a:gd name="connsiteX3-269" fmla="*/ 577170 w 1387303"/>
                  <a:gd name="connsiteY3-270" fmla="*/ 162965 h 277578"/>
                  <a:gd name="connsiteX4-271" fmla="*/ 1342345 w 1387303"/>
                  <a:gd name="connsiteY4-272" fmla="*/ 277578 h 277578"/>
                  <a:gd name="connsiteX5-273" fmla="*/ 46945 w 1387303"/>
                  <a:gd name="connsiteY5-274" fmla="*/ 162965 h 277578"/>
                  <a:gd name="connsiteX0-275" fmla="*/ 46945 w 1387303"/>
                  <a:gd name="connsiteY0-276" fmla="*/ 156979 h 271592"/>
                  <a:gd name="connsiteX1-277" fmla="*/ 433208 w 1387303"/>
                  <a:gd name="connsiteY1-278" fmla="*/ 29530 h 271592"/>
                  <a:gd name="connsiteX2-279" fmla="*/ 1386795 w 1387303"/>
                  <a:gd name="connsiteY2-280" fmla="*/ 8234 h 271592"/>
                  <a:gd name="connsiteX3-281" fmla="*/ 577170 w 1387303"/>
                  <a:gd name="connsiteY3-282" fmla="*/ 156979 h 271592"/>
                  <a:gd name="connsiteX4-283" fmla="*/ 1342345 w 1387303"/>
                  <a:gd name="connsiteY4-284" fmla="*/ 271592 h 271592"/>
                  <a:gd name="connsiteX5-285" fmla="*/ 46945 w 1387303"/>
                  <a:gd name="connsiteY5-286" fmla="*/ 156979 h 271592"/>
                  <a:gd name="connsiteX0-287" fmla="*/ 46945 w 1384923"/>
                  <a:gd name="connsiteY0-288" fmla="*/ 158937 h 273550"/>
                  <a:gd name="connsiteX1-289" fmla="*/ 433208 w 1384923"/>
                  <a:gd name="connsiteY1-290" fmla="*/ 31488 h 273550"/>
                  <a:gd name="connsiteX2-291" fmla="*/ 1384414 w 1384923"/>
                  <a:gd name="connsiteY2-292" fmla="*/ 7811 h 273550"/>
                  <a:gd name="connsiteX3-293" fmla="*/ 577170 w 1384923"/>
                  <a:gd name="connsiteY3-294" fmla="*/ 158937 h 273550"/>
                  <a:gd name="connsiteX4-295" fmla="*/ 1342345 w 1384923"/>
                  <a:gd name="connsiteY4-296" fmla="*/ 273550 h 273550"/>
                  <a:gd name="connsiteX5-297" fmla="*/ 46945 w 1384923"/>
                  <a:gd name="connsiteY5-298" fmla="*/ 158937 h 27355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21" y="connsiteY5-22"/>
                  </a:cxn>
                </a:cxnLst>
                <a:rect l="l" t="t" r="r" b="b"/>
                <a:pathLst>
                  <a:path w="1384923" h="273550">
                    <a:moveTo>
                      <a:pt x="46945" y="158937"/>
                    </a:moveTo>
                    <a:cubicBezTo>
                      <a:pt x="-104578" y="118593"/>
                      <a:pt x="133700" y="54294"/>
                      <a:pt x="433208" y="31488"/>
                    </a:cubicBezTo>
                    <a:cubicBezTo>
                      <a:pt x="735097" y="13444"/>
                      <a:pt x="1360420" y="-13430"/>
                      <a:pt x="1384414" y="7811"/>
                    </a:cubicBezTo>
                    <a:cubicBezTo>
                      <a:pt x="1408408" y="29052"/>
                      <a:pt x="577170" y="83363"/>
                      <a:pt x="577170" y="158937"/>
                    </a:cubicBezTo>
                    <a:cubicBezTo>
                      <a:pt x="862920" y="145611"/>
                      <a:pt x="1430716" y="273550"/>
                      <a:pt x="1342345" y="273550"/>
                    </a:cubicBezTo>
                    <a:cubicBezTo>
                      <a:pt x="1253974" y="273550"/>
                      <a:pt x="198468" y="199281"/>
                      <a:pt x="46945" y="158937"/>
                    </a:cubicBezTo>
                    <a:close/>
                  </a:path>
                </a:pathLst>
              </a:custGeom>
              <a:solidFill>
                <a:srgbClr val="FECE02"/>
              </a:solidFill>
              <a:ln w="76200" cap="rnd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zh-CN" altLang="en-US"/>
              </a:p>
            </p:txBody>
          </p:sp>
        </p:grpSp>
        <p:sp>
          <p:nvSpPr>
            <p:cNvPr id="84" name="圆: 空心 83"/>
            <p:cNvSpPr/>
            <p:nvPr/>
          </p:nvSpPr>
          <p:spPr>
            <a:xfrm>
              <a:off x="9143269" y="2873829"/>
              <a:ext cx="273677" cy="273677"/>
            </a:xfrm>
            <a:prstGeom prst="donut">
              <a:avLst/>
            </a:prstGeom>
            <a:solidFill>
              <a:srgbClr val="FC39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任意多边形: 形状 85"/>
            <p:cNvSpPr/>
            <p:nvPr/>
          </p:nvSpPr>
          <p:spPr>
            <a:xfrm rot="19958438">
              <a:off x="8930937" y="3286297"/>
              <a:ext cx="150904" cy="420914"/>
            </a:xfrm>
            <a:custGeom>
              <a:avLst/>
              <a:gdLst>
                <a:gd name="connsiteX0" fmla="*/ 179932 w 379911"/>
                <a:gd name="connsiteY0" fmla="*/ 0 h 899886"/>
                <a:gd name="connsiteX1" fmla="*/ 5761 w 379911"/>
                <a:gd name="connsiteY1" fmla="*/ 174171 h 899886"/>
                <a:gd name="connsiteX2" fmla="*/ 368618 w 379911"/>
                <a:gd name="connsiteY2" fmla="*/ 725714 h 899886"/>
                <a:gd name="connsiteX3" fmla="*/ 252504 w 379911"/>
                <a:gd name="connsiteY3" fmla="*/ 899886 h 899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911" h="899886">
                  <a:moveTo>
                    <a:pt x="179932" y="0"/>
                  </a:moveTo>
                  <a:cubicBezTo>
                    <a:pt x="77122" y="26609"/>
                    <a:pt x="-25687" y="53219"/>
                    <a:pt x="5761" y="174171"/>
                  </a:cubicBezTo>
                  <a:cubicBezTo>
                    <a:pt x="37209" y="295123"/>
                    <a:pt x="327494" y="604762"/>
                    <a:pt x="368618" y="725714"/>
                  </a:cubicBezTo>
                  <a:cubicBezTo>
                    <a:pt x="409742" y="846667"/>
                    <a:pt x="331123" y="873276"/>
                    <a:pt x="252504" y="899886"/>
                  </a:cubicBezTo>
                </a:path>
              </a:pathLst>
            </a:custGeom>
            <a:noFill/>
            <a:ln w="76200" cap="rnd">
              <a:solidFill>
                <a:srgbClr val="FC39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9077546" y="3514634"/>
              <a:ext cx="543146" cy="636452"/>
            </a:xfrm>
            <a:custGeom>
              <a:avLst/>
              <a:gdLst>
                <a:gd name="connsiteX0" fmla="*/ 414797 w 499480"/>
                <a:gd name="connsiteY0" fmla="*/ 0 h 682172"/>
                <a:gd name="connsiteX1" fmla="*/ 472854 w 499480"/>
                <a:gd name="connsiteY1" fmla="*/ 217715 h 682172"/>
                <a:gd name="connsiteX2" fmla="*/ 37425 w 499480"/>
                <a:gd name="connsiteY2" fmla="*/ 566057 h 682172"/>
                <a:gd name="connsiteX3" fmla="*/ 51940 w 499480"/>
                <a:gd name="connsiteY3" fmla="*/ 682172 h 682172"/>
                <a:gd name="connsiteX0-1" fmla="*/ 506237 w 543146"/>
                <a:gd name="connsiteY0-2" fmla="*/ 0 h 636452"/>
                <a:gd name="connsiteX1-3" fmla="*/ 472854 w 543146"/>
                <a:gd name="connsiteY1-4" fmla="*/ 171995 h 636452"/>
                <a:gd name="connsiteX2-5" fmla="*/ 37425 w 543146"/>
                <a:gd name="connsiteY2-6" fmla="*/ 520337 h 636452"/>
                <a:gd name="connsiteX3-7" fmla="*/ 51940 w 543146"/>
                <a:gd name="connsiteY3-8" fmla="*/ 636452 h 6364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43146" h="636452">
                  <a:moveTo>
                    <a:pt x="506237" y="0"/>
                  </a:moveTo>
                  <a:cubicBezTo>
                    <a:pt x="566713" y="61686"/>
                    <a:pt x="550989" y="85272"/>
                    <a:pt x="472854" y="171995"/>
                  </a:cubicBezTo>
                  <a:cubicBezTo>
                    <a:pt x="394719" y="258718"/>
                    <a:pt x="107577" y="442928"/>
                    <a:pt x="37425" y="520337"/>
                  </a:cubicBezTo>
                  <a:cubicBezTo>
                    <a:pt x="-32727" y="597747"/>
                    <a:pt x="9606" y="617099"/>
                    <a:pt x="51940" y="636452"/>
                  </a:cubicBezTo>
                </a:path>
              </a:pathLst>
            </a:custGeom>
            <a:noFill/>
            <a:ln w="76200" cap="rnd">
              <a:solidFill>
                <a:srgbClr val="35E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 rot="10800000">
              <a:off x="8818913" y="3933371"/>
              <a:ext cx="671543" cy="374469"/>
            </a:xfrm>
            <a:custGeom>
              <a:avLst/>
              <a:gdLst>
                <a:gd name="connsiteX0" fmla="*/ 575208 w 645893"/>
                <a:gd name="connsiteY0" fmla="*/ 0 h 435429"/>
                <a:gd name="connsiteX1" fmla="*/ 604237 w 645893"/>
                <a:gd name="connsiteY1" fmla="*/ 188686 h 435429"/>
                <a:gd name="connsiteX2" fmla="*/ 81723 w 645893"/>
                <a:gd name="connsiteY2" fmla="*/ 348343 h 435429"/>
                <a:gd name="connsiteX3" fmla="*/ 9151 w 645893"/>
                <a:gd name="connsiteY3" fmla="*/ 435429 h 435429"/>
                <a:gd name="connsiteX0-1" fmla="*/ 628548 w 671543"/>
                <a:gd name="connsiteY0-2" fmla="*/ 0 h 374469"/>
                <a:gd name="connsiteX1-3" fmla="*/ 604237 w 671543"/>
                <a:gd name="connsiteY1-4" fmla="*/ 127726 h 374469"/>
                <a:gd name="connsiteX2-5" fmla="*/ 81723 w 671543"/>
                <a:gd name="connsiteY2-6" fmla="*/ 287383 h 374469"/>
                <a:gd name="connsiteX3-7" fmla="*/ 9151 w 671543"/>
                <a:gd name="connsiteY3-8" fmla="*/ 374469 h 37446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671543" h="374469">
                  <a:moveTo>
                    <a:pt x="628548" y="0"/>
                  </a:moveTo>
                  <a:cubicBezTo>
                    <a:pt x="684186" y="65314"/>
                    <a:pt x="695374" y="79829"/>
                    <a:pt x="604237" y="127726"/>
                  </a:cubicBezTo>
                  <a:cubicBezTo>
                    <a:pt x="513100" y="175623"/>
                    <a:pt x="180904" y="246259"/>
                    <a:pt x="81723" y="287383"/>
                  </a:cubicBezTo>
                  <a:cubicBezTo>
                    <a:pt x="-17458" y="328507"/>
                    <a:pt x="-4154" y="351488"/>
                    <a:pt x="9151" y="374469"/>
                  </a:cubicBezTo>
                </a:path>
              </a:pathLst>
            </a:custGeom>
            <a:noFill/>
            <a:ln w="76200" cap="rnd">
              <a:solidFill>
                <a:srgbClr val="FECE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等腰三角形 88"/>
            <p:cNvSpPr/>
            <p:nvPr/>
          </p:nvSpPr>
          <p:spPr>
            <a:xfrm rot="12445528">
              <a:off x="8087682" y="4170356"/>
              <a:ext cx="269152" cy="217715"/>
            </a:xfrm>
            <a:custGeom>
              <a:avLst/>
              <a:gdLst>
                <a:gd name="connsiteX0" fmla="*/ 0 w 462708"/>
                <a:gd name="connsiteY0" fmla="*/ 443184 h 443184"/>
                <a:gd name="connsiteX1" fmla="*/ 231354 w 462708"/>
                <a:gd name="connsiteY1" fmla="*/ 0 h 443184"/>
                <a:gd name="connsiteX2" fmla="*/ 462708 w 462708"/>
                <a:gd name="connsiteY2" fmla="*/ 443184 h 443184"/>
                <a:gd name="connsiteX3" fmla="*/ 0 w 462708"/>
                <a:gd name="connsiteY3" fmla="*/ 443184 h 443184"/>
                <a:gd name="connsiteX0-1" fmla="*/ 5042 w 472792"/>
                <a:gd name="connsiteY0-2" fmla="*/ 443184 h 443184"/>
                <a:gd name="connsiteX1-3" fmla="*/ 236396 w 472792"/>
                <a:gd name="connsiteY1-4" fmla="*/ 0 h 443184"/>
                <a:gd name="connsiteX2-5" fmla="*/ 467750 w 472792"/>
                <a:gd name="connsiteY2-6" fmla="*/ 443184 h 443184"/>
                <a:gd name="connsiteX3-7" fmla="*/ 5042 w 472792"/>
                <a:gd name="connsiteY3-8" fmla="*/ 443184 h 443184"/>
                <a:gd name="connsiteX0-9" fmla="*/ 5042 w 510341"/>
                <a:gd name="connsiteY0-10" fmla="*/ 443184 h 443184"/>
                <a:gd name="connsiteX1-11" fmla="*/ 236396 w 510341"/>
                <a:gd name="connsiteY1-12" fmla="*/ 0 h 443184"/>
                <a:gd name="connsiteX2-13" fmla="*/ 467750 w 510341"/>
                <a:gd name="connsiteY2-14" fmla="*/ 443184 h 443184"/>
                <a:gd name="connsiteX3-15" fmla="*/ 5042 w 510341"/>
                <a:gd name="connsiteY3-16" fmla="*/ 443184 h 443184"/>
                <a:gd name="connsiteX0-17" fmla="*/ 42591 w 547890"/>
                <a:gd name="connsiteY0-18" fmla="*/ 443184 h 443184"/>
                <a:gd name="connsiteX1-19" fmla="*/ 273945 w 547890"/>
                <a:gd name="connsiteY1-20" fmla="*/ 0 h 443184"/>
                <a:gd name="connsiteX2-21" fmla="*/ 505299 w 547890"/>
                <a:gd name="connsiteY2-22" fmla="*/ 443184 h 443184"/>
                <a:gd name="connsiteX3-23" fmla="*/ 42591 w 547890"/>
                <a:gd name="connsiteY3-24" fmla="*/ 443184 h 4431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47890" h="443184">
                  <a:moveTo>
                    <a:pt x="42591" y="443184"/>
                  </a:moveTo>
                  <a:cubicBezTo>
                    <a:pt x="-111645" y="443184"/>
                    <a:pt x="196827" y="0"/>
                    <a:pt x="273945" y="0"/>
                  </a:cubicBezTo>
                  <a:cubicBezTo>
                    <a:pt x="351063" y="0"/>
                    <a:pt x="659535" y="443184"/>
                    <a:pt x="505299" y="443184"/>
                  </a:cubicBezTo>
                  <a:lnTo>
                    <a:pt x="42591" y="443184"/>
                  </a:lnTo>
                  <a:close/>
                </a:path>
              </a:pathLst>
            </a:custGeom>
            <a:noFill/>
            <a:ln w="50800" cap="rnd">
              <a:solidFill>
                <a:srgbClr val="FC39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0" name="等腰三角形 88"/>
            <p:cNvSpPr/>
            <p:nvPr/>
          </p:nvSpPr>
          <p:spPr>
            <a:xfrm rot="833292">
              <a:off x="8902141" y="1747334"/>
              <a:ext cx="247565" cy="200253"/>
            </a:xfrm>
            <a:custGeom>
              <a:avLst/>
              <a:gdLst>
                <a:gd name="connsiteX0" fmla="*/ 0 w 462708"/>
                <a:gd name="connsiteY0" fmla="*/ 443184 h 443184"/>
                <a:gd name="connsiteX1" fmla="*/ 231354 w 462708"/>
                <a:gd name="connsiteY1" fmla="*/ 0 h 443184"/>
                <a:gd name="connsiteX2" fmla="*/ 462708 w 462708"/>
                <a:gd name="connsiteY2" fmla="*/ 443184 h 443184"/>
                <a:gd name="connsiteX3" fmla="*/ 0 w 462708"/>
                <a:gd name="connsiteY3" fmla="*/ 443184 h 443184"/>
                <a:gd name="connsiteX0-1" fmla="*/ 5042 w 472792"/>
                <a:gd name="connsiteY0-2" fmla="*/ 443184 h 443184"/>
                <a:gd name="connsiteX1-3" fmla="*/ 236396 w 472792"/>
                <a:gd name="connsiteY1-4" fmla="*/ 0 h 443184"/>
                <a:gd name="connsiteX2-5" fmla="*/ 467750 w 472792"/>
                <a:gd name="connsiteY2-6" fmla="*/ 443184 h 443184"/>
                <a:gd name="connsiteX3-7" fmla="*/ 5042 w 472792"/>
                <a:gd name="connsiteY3-8" fmla="*/ 443184 h 443184"/>
                <a:gd name="connsiteX0-9" fmla="*/ 5042 w 510341"/>
                <a:gd name="connsiteY0-10" fmla="*/ 443184 h 443184"/>
                <a:gd name="connsiteX1-11" fmla="*/ 236396 w 510341"/>
                <a:gd name="connsiteY1-12" fmla="*/ 0 h 443184"/>
                <a:gd name="connsiteX2-13" fmla="*/ 467750 w 510341"/>
                <a:gd name="connsiteY2-14" fmla="*/ 443184 h 443184"/>
                <a:gd name="connsiteX3-15" fmla="*/ 5042 w 510341"/>
                <a:gd name="connsiteY3-16" fmla="*/ 443184 h 443184"/>
                <a:gd name="connsiteX0-17" fmla="*/ 42591 w 547890"/>
                <a:gd name="connsiteY0-18" fmla="*/ 443184 h 443184"/>
                <a:gd name="connsiteX1-19" fmla="*/ 273945 w 547890"/>
                <a:gd name="connsiteY1-20" fmla="*/ 0 h 443184"/>
                <a:gd name="connsiteX2-21" fmla="*/ 505299 w 547890"/>
                <a:gd name="connsiteY2-22" fmla="*/ 443184 h 443184"/>
                <a:gd name="connsiteX3-23" fmla="*/ 42591 w 547890"/>
                <a:gd name="connsiteY3-24" fmla="*/ 443184 h 44318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47890" h="443184">
                  <a:moveTo>
                    <a:pt x="42591" y="443184"/>
                  </a:moveTo>
                  <a:cubicBezTo>
                    <a:pt x="-111645" y="443184"/>
                    <a:pt x="196827" y="0"/>
                    <a:pt x="273945" y="0"/>
                  </a:cubicBezTo>
                  <a:cubicBezTo>
                    <a:pt x="351063" y="0"/>
                    <a:pt x="659535" y="443184"/>
                    <a:pt x="505299" y="443184"/>
                  </a:cubicBezTo>
                  <a:lnTo>
                    <a:pt x="42591" y="443184"/>
                  </a:lnTo>
                  <a:close/>
                </a:path>
              </a:pathLst>
            </a:custGeom>
            <a:noFill/>
            <a:ln w="50800" cap="rnd">
              <a:solidFill>
                <a:srgbClr val="35E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8126410" y="4371720"/>
              <a:ext cx="265439" cy="132203"/>
            </a:xfrm>
            <a:custGeom>
              <a:avLst/>
              <a:gdLst>
                <a:gd name="connsiteX0" fmla="*/ 12051 w 265439"/>
                <a:gd name="connsiteY0" fmla="*/ 0 h 132203"/>
                <a:gd name="connsiteX1" fmla="*/ 23068 w 265439"/>
                <a:gd name="connsiteY1" fmla="*/ 88135 h 132203"/>
                <a:gd name="connsiteX2" fmla="*/ 221372 w 265439"/>
                <a:gd name="connsiteY2" fmla="*/ 77118 h 132203"/>
                <a:gd name="connsiteX3" fmla="*/ 265439 w 265439"/>
                <a:gd name="connsiteY3" fmla="*/ 132203 h 13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5439" h="132203">
                  <a:moveTo>
                    <a:pt x="12051" y="0"/>
                  </a:moveTo>
                  <a:cubicBezTo>
                    <a:pt x="116" y="37641"/>
                    <a:pt x="-11819" y="75282"/>
                    <a:pt x="23068" y="88135"/>
                  </a:cubicBezTo>
                  <a:cubicBezTo>
                    <a:pt x="57955" y="100988"/>
                    <a:pt x="180977" y="69773"/>
                    <a:pt x="221372" y="77118"/>
                  </a:cubicBezTo>
                  <a:cubicBezTo>
                    <a:pt x="261767" y="84463"/>
                    <a:pt x="263603" y="108333"/>
                    <a:pt x="265439" y="132203"/>
                  </a:cubicBezTo>
                </a:path>
              </a:pathLst>
            </a:custGeom>
            <a:noFill/>
            <a:ln w="69850" cap="rnd">
              <a:solidFill>
                <a:srgbClr val="FC39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8566920" y="4710881"/>
              <a:ext cx="407566" cy="881349"/>
            </a:xfrm>
            <a:custGeom>
              <a:avLst/>
              <a:gdLst>
                <a:gd name="connsiteX0" fmla="*/ 228002 w 407566"/>
                <a:gd name="connsiteY0" fmla="*/ 0 h 881349"/>
                <a:gd name="connsiteX1" fmla="*/ 205969 w 407566"/>
                <a:gd name="connsiteY1" fmla="*/ 88135 h 881349"/>
                <a:gd name="connsiteX2" fmla="*/ 404272 w 407566"/>
                <a:gd name="connsiteY2" fmla="*/ 352540 h 881349"/>
                <a:gd name="connsiteX3" fmla="*/ 18682 w 407566"/>
                <a:gd name="connsiteY3" fmla="*/ 771181 h 881349"/>
                <a:gd name="connsiteX4" fmla="*/ 95800 w 407566"/>
                <a:gd name="connsiteY4" fmla="*/ 881349 h 881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6" h="881349">
                  <a:moveTo>
                    <a:pt x="228002" y="0"/>
                  </a:moveTo>
                  <a:cubicBezTo>
                    <a:pt x="202296" y="14689"/>
                    <a:pt x="176591" y="29378"/>
                    <a:pt x="205969" y="88135"/>
                  </a:cubicBezTo>
                  <a:cubicBezTo>
                    <a:pt x="235347" y="146892"/>
                    <a:pt x="435487" y="238699"/>
                    <a:pt x="404272" y="352540"/>
                  </a:cubicBezTo>
                  <a:cubicBezTo>
                    <a:pt x="373057" y="466381"/>
                    <a:pt x="70094" y="683046"/>
                    <a:pt x="18682" y="771181"/>
                  </a:cubicBezTo>
                  <a:cubicBezTo>
                    <a:pt x="-32730" y="859316"/>
                    <a:pt x="31535" y="870332"/>
                    <a:pt x="95800" y="881349"/>
                  </a:cubicBezTo>
                </a:path>
              </a:pathLst>
            </a:custGeom>
            <a:noFill/>
            <a:ln w="76200" cap="rnd">
              <a:solidFill>
                <a:srgbClr val="35E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 rot="2138557">
              <a:off x="8797844" y="4538949"/>
              <a:ext cx="307452" cy="528810"/>
            </a:xfrm>
            <a:custGeom>
              <a:avLst/>
              <a:gdLst>
                <a:gd name="connsiteX0" fmla="*/ 48700 w 307452"/>
                <a:gd name="connsiteY0" fmla="*/ 0 h 528810"/>
                <a:gd name="connsiteX1" fmla="*/ 15650 w 307452"/>
                <a:gd name="connsiteY1" fmla="*/ 66102 h 528810"/>
                <a:gd name="connsiteX2" fmla="*/ 269038 w 307452"/>
                <a:gd name="connsiteY2" fmla="*/ 165253 h 528810"/>
                <a:gd name="connsiteX3" fmla="*/ 302088 w 307452"/>
                <a:gd name="connsiteY3" fmla="*/ 528810 h 52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452" h="528810">
                  <a:moveTo>
                    <a:pt x="48700" y="0"/>
                  </a:moveTo>
                  <a:cubicBezTo>
                    <a:pt x="13813" y="19280"/>
                    <a:pt x="-21073" y="38560"/>
                    <a:pt x="15650" y="66102"/>
                  </a:cubicBezTo>
                  <a:cubicBezTo>
                    <a:pt x="52373" y="93644"/>
                    <a:pt x="221298" y="88135"/>
                    <a:pt x="269038" y="165253"/>
                  </a:cubicBezTo>
                  <a:cubicBezTo>
                    <a:pt x="316778" y="242371"/>
                    <a:pt x="309433" y="385590"/>
                    <a:pt x="302088" y="528810"/>
                  </a:cubicBezTo>
                </a:path>
              </a:pathLst>
            </a:custGeom>
            <a:noFill/>
            <a:ln w="76200" cap="rnd">
              <a:solidFill>
                <a:srgbClr val="FECE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 rot="2433589">
              <a:off x="9121822" y="4559040"/>
              <a:ext cx="65723" cy="253387"/>
            </a:xfrm>
            <a:custGeom>
              <a:avLst/>
              <a:gdLst>
                <a:gd name="connsiteX0" fmla="*/ 0 w 110664"/>
                <a:gd name="connsiteY0" fmla="*/ 0 h 253387"/>
                <a:gd name="connsiteX1" fmla="*/ 110169 w 110664"/>
                <a:gd name="connsiteY1" fmla="*/ 121185 h 253387"/>
                <a:gd name="connsiteX2" fmla="*/ 33051 w 110664"/>
                <a:gd name="connsiteY2" fmla="*/ 253387 h 253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664" h="253387">
                  <a:moveTo>
                    <a:pt x="0" y="0"/>
                  </a:moveTo>
                  <a:cubicBezTo>
                    <a:pt x="52330" y="39477"/>
                    <a:pt x="104661" y="78954"/>
                    <a:pt x="110169" y="121185"/>
                  </a:cubicBezTo>
                  <a:cubicBezTo>
                    <a:pt x="115677" y="163416"/>
                    <a:pt x="74364" y="208401"/>
                    <a:pt x="33051" y="253387"/>
                  </a:cubicBezTo>
                </a:path>
              </a:pathLst>
            </a:custGeom>
            <a:noFill/>
            <a:ln w="76200" cap="rnd">
              <a:solidFill>
                <a:srgbClr val="35E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8117468" y="4880813"/>
              <a:ext cx="209580" cy="727113"/>
            </a:xfrm>
            <a:custGeom>
              <a:avLst/>
              <a:gdLst>
                <a:gd name="connsiteX0" fmla="*/ 132462 w 209580"/>
                <a:gd name="connsiteY0" fmla="*/ 0 h 727113"/>
                <a:gd name="connsiteX1" fmla="*/ 165512 w 209580"/>
                <a:gd name="connsiteY1" fmla="*/ 88135 h 727113"/>
                <a:gd name="connsiteX2" fmla="*/ 259 w 209580"/>
                <a:gd name="connsiteY2" fmla="*/ 297456 h 727113"/>
                <a:gd name="connsiteX3" fmla="*/ 209580 w 209580"/>
                <a:gd name="connsiteY3" fmla="*/ 727113 h 72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80" h="727113">
                  <a:moveTo>
                    <a:pt x="132462" y="0"/>
                  </a:moveTo>
                  <a:cubicBezTo>
                    <a:pt x="160004" y="19279"/>
                    <a:pt x="187546" y="38559"/>
                    <a:pt x="165512" y="88135"/>
                  </a:cubicBezTo>
                  <a:cubicBezTo>
                    <a:pt x="143478" y="137711"/>
                    <a:pt x="-7086" y="190960"/>
                    <a:pt x="259" y="297456"/>
                  </a:cubicBezTo>
                  <a:cubicBezTo>
                    <a:pt x="7604" y="403952"/>
                    <a:pt x="108592" y="565532"/>
                    <a:pt x="209580" y="727113"/>
                  </a:cubicBezTo>
                </a:path>
              </a:pathLst>
            </a:custGeom>
            <a:noFill/>
            <a:ln w="76200" cap="rnd">
              <a:solidFill>
                <a:srgbClr val="FC39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8126410" y="4946931"/>
              <a:ext cx="269450" cy="160877"/>
            </a:xfrm>
            <a:custGeom>
              <a:avLst/>
              <a:gdLst>
                <a:gd name="connsiteX0" fmla="*/ 0 w 269450"/>
                <a:gd name="connsiteY0" fmla="*/ 147096 h 160877"/>
                <a:gd name="connsiteX1" fmla="*/ 253388 w 269450"/>
                <a:gd name="connsiteY1" fmla="*/ 147096 h 160877"/>
                <a:gd name="connsiteX2" fmla="*/ 231355 w 269450"/>
                <a:gd name="connsiteY2" fmla="*/ 3877 h 160877"/>
                <a:gd name="connsiteX3" fmla="*/ 132203 w 269450"/>
                <a:gd name="connsiteY3" fmla="*/ 47944 h 160877"/>
                <a:gd name="connsiteX4" fmla="*/ 187287 w 269450"/>
                <a:gd name="connsiteY4" fmla="*/ 125063 h 16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450" h="160877">
                  <a:moveTo>
                    <a:pt x="0" y="147096"/>
                  </a:moveTo>
                  <a:cubicBezTo>
                    <a:pt x="107414" y="159031"/>
                    <a:pt x="214829" y="170966"/>
                    <a:pt x="253388" y="147096"/>
                  </a:cubicBezTo>
                  <a:cubicBezTo>
                    <a:pt x="291947" y="123226"/>
                    <a:pt x="251552" y="20402"/>
                    <a:pt x="231355" y="3877"/>
                  </a:cubicBezTo>
                  <a:cubicBezTo>
                    <a:pt x="211158" y="-12648"/>
                    <a:pt x="139548" y="27746"/>
                    <a:pt x="132203" y="47944"/>
                  </a:cubicBezTo>
                  <a:cubicBezTo>
                    <a:pt x="124858" y="68142"/>
                    <a:pt x="156072" y="96602"/>
                    <a:pt x="187287" y="125063"/>
                  </a:cubicBezTo>
                </a:path>
              </a:pathLst>
            </a:custGeom>
            <a:noFill/>
            <a:ln w="50800" cap="rnd">
              <a:solidFill>
                <a:srgbClr val="FECE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圆: 空心 98"/>
            <p:cNvSpPr/>
            <p:nvPr/>
          </p:nvSpPr>
          <p:spPr>
            <a:xfrm>
              <a:off x="8866365" y="5427542"/>
              <a:ext cx="273677" cy="273677"/>
            </a:xfrm>
            <a:prstGeom prst="donut">
              <a:avLst/>
            </a:prstGeom>
            <a:solidFill>
              <a:srgbClr val="35E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菱形 101"/>
            <p:cNvSpPr/>
            <p:nvPr/>
          </p:nvSpPr>
          <p:spPr>
            <a:xfrm rot="211385">
              <a:off x="7597625" y="5337461"/>
              <a:ext cx="158660" cy="267250"/>
            </a:xfrm>
            <a:custGeom>
              <a:avLst/>
              <a:gdLst>
                <a:gd name="connsiteX0" fmla="*/ 0 w 209580"/>
                <a:gd name="connsiteY0" fmla="*/ 181640 h 363279"/>
                <a:gd name="connsiteX1" fmla="*/ 104790 w 209580"/>
                <a:gd name="connsiteY1" fmla="*/ 0 h 363279"/>
                <a:gd name="connsiteX2" fmla="*/ 209580 w 209580"/>
                <a:gd name="connsiteY2" fmla="*/ 181640 h 363279"/>
                <a:gd name="connsiteX3" fmla="*/ 104790 w 209580"/>
                <a:gd name="connsiteY3" fmla="*/ 363279 h 363279"/>
                <a:gd name="connsiteX4" fmla="*/ 0 w 209580"/>
                <a:gd name="connsiteY4" fmla="*/ 181640 h 363279"/>
                <a:gd name="connsiteX0-1" fmla="*/ 0 w 209580"/>
                <a:gd name="connsiteY0-2" fmla="*/ 181640 h 363279"/>
                <a:gd name="connsiteX1-3" fmla="*/ 104790 w 209580"/>
                <a:gd name="connsiteY1-4" fmla="*/ 0 h 363279"/>
                <a:gd name="connsiteX2-5" fmla="*/ 209580 w 209580"/>
                <a:gd name="connsiteY2-6" fmla="*/ 181640 h 363279"/>
                <a:gd name="connsiteX3-7" fmla="*/ 104790 w 209580"/>
                <a:gd name="connsiteY3-8" fmla="*/ 363279 h 363279"/>
                <a:gd name="connsiteX4-9" fmla="*/ 0 w 209580"/>
                <a:gd name="connsiteY4-10" fmla="*/ 181640 h 363279"/>
                <a:gd name="connsiteX0-11" fmla="*/ 0 w 209580"/>
                <a:gd name="connsiteY0-12" fmla="*/ 181640 h 375464"/>
                <a:gd name="connsiteX1-13" fmla="*/ 104790 w 209580"/>
                <a:gd name="connsiteY1-14" fmla="*/ 0 h 375464"/>
                <a:gd name="connsiteX2-15" fmla="*/ 209580 w 209580"/>
                <a:gd name="connsiteY2-16" fmla="*/ 181640 h 375464"/>
                <a:gd name="connsiteX3-17" fmla="*/ 104790 w 209580"/>
                <a:gd name="connsiteY3-18" fmla="*/ 363279 h 375464"/>
                <a:gd name="connsiteX4-19" fmla="*/ 0 w 209580"/>
                <a:gd name="connsiteY4-20" fmla="*/ 181640 h 375464"/>
                <a:gd name="connsiteX0-21" fmla="*/ 0 w 209580"/>
                <a:gd name="connsiteY0-22" fmla="*/ 181640 h 363361"/>
                <a:gd name="connsiteX1-23" fmla="*/ 104790 w 209580"/>
                <a:gd name="connsiteY1-24" fmla="*/ 0 h 363361"/>
                <a:gd name="connsiteX2-25" fmla="*/ 209580 w 209580"/>
                <a:gd name="connsiteY2-26" fmla="*/ 181640 h 363361"/>
                <a:gd name="connsiteX3-27" fmla="*/ 104790 w 209580"/>
                <a:gd name="connsiteY3-28" fmla="*/ 363279 h 363361"/>
                <a:gd name="connsiteX4-29" fmla="*/ 0 w 209580"/>
                <a:gd name="connsiteY4-30" fmla="*/ 181640 h 363361"/>
                <a:gd name="connsiteX0-31" fmla="*/ 0 w 209580"/>
                <a:gd name="connsiteY0-32" fmla="*/ 181640 h 363361"/>
                <a:gd name="connsiteX1-33" fmla="*/ 104790 w 209580"/>
                <a:gd name="connsiteY1-34" fmla="*/ 0 h 363361"/>
                <a:gd name="connsiteX2-35" fmla="*/ 209580 w 209580"/>
                <a:gd name="connsiteY2-36" fmla="*/ 181640 h 363361"/>
                <a:gd name="connsiteX3-37" fmla="*/ 121458 w 209580"/>
                <a:gd name="connsiteY3-38" fmla="*/ 363279 h 363361"/>
                <a:gd name="connsiteX4-39" fmla="*/ 0 w 209580"/>
                <a:gd name="connsiteY4-40" fmla="*/ 181640 h 363361"/>
                <a:gd name="connsiteX0-41" fmla="*/ 0 w 209580"/>
                <a:gd name="connsiteY0-42" fmla="*/ 181640 h 363373"/>
                <a:gd name="connsiteX1-43" fmla="*/ 104790 w 209580"/>
                <a:gd name="connsiteY1-44" fmla="*/ 0 h 363373"/>
                <a:gd name="connsiteX2-45" fmla="*/ 209580 w 209580"/>
                <a:gd name="connsiteY2-46" fmla="*/ 181640 h 363373"/>
                <a:gd name="connsiteX3-47" fmla="*/ 121458 w 209580"/>
                <a:gd name="connsiteY3-48" fmla="*/ 363279 h 363373"/>
                <a:gd name="connsiteX4-49" fmla="*/ 0 w 209580"/>
                <a:gd name="connsiteY4-50" fmla="*/ 181640 h 363373"/>
                <a:gd name="connsiteX0-51" fmla="*/ 0 w 212605"/>
                <a:gd name="connsiteY0-52" fmla="*/ 181640 h 363373"/>
                <a:gd name="connsiteX1-53" fmla="*/ 104790 w 212605"/>
                <a:gd name="connsiteY1-54" fmla="*/ 0 h 363373"/>
                <a:gd name="connsiteX2-55" fmla="*/ 209580 w 212605"/>
                <a:gd name="connsiteY2-56" fmla="*/ 181640 h 363373"/>
                <a:gd name="connsiteX3-57" fmla="*/ 121458 w 212605"/>
                <a:gd name="connsiteY3-58" fmla="*/ 363279 h 363373"/>
                <a:gd name="connsiteX4-59" fmla="*/ 0 w 212605"/>
                <a:gd name="connsiteY4-60" fmla="*/ 181640 h 363373"/>
                <a:gd name="connsiteX0-61" fmla="*/ 0 w 209606"/>
                <a:gd name="connsiteY0-62" fmla="*/ 181640 h 363369"/>
                <a:gd name="connsiteX1-63" fmla="*/ 104790 w 209606"/>
                <a:gd name="connsiteY1-64" fmla="*/ 0 h 363369"/>
                <a:gd name="connsiteX2-65" fmla="*/ 209580 w 209606"/>
                <a:gd name="connsiteY2-66" fmla="*/ 181640 h 363369"/>
                <a:gd name="connsiteX3-67" fmla="*/ 121458 w 209606"/>
                <a:gd name="connsiteY3-68" fmla="*/ 363279 h 363369"/>
                <a:gd name="connsiteX4-69" fmla="*/ 0 w 209606"/>
                <a:gd name="connsiteY4-70" fmla="*/ 181640 h 363369"/>
                <a:gd name="connsiteX0-71" fmla="*/ 0 w 209645"/>
                <a:gd name="connsiteY0-72" fmla="*/ 181640 h 353842"/>
                <a:gd name="connsiteX1-73" fmla="*/ 104790 w 209645"/>
                <a:gd name="connsiteY1-74" fmla="*/ 0 h 353842"/>
                <a:gd name="connsiteX2-75" fmla="*/ 209580 w 209645"/>
                <a:gd name="connsiteY2-76" fmla="*/ 181640 h 353842"/>
                <a:gd name="connsiteX3-77" fmla="*/ 119077 w 209645"/>
                <a:gd name="connsiteY3-78" fmla="*/ 353754 h 353842"/>
                <a:gd name="connsiteX4-79" fmla="*/ 0 w 209645"/>
                <a:gd name="connsiteY4-80" fmla="*/ 181640 h 353842"/>
                <a:gd name="connsiteX0-81" fmla="*/ 0 w 209607"/>
                <a:gd name="connsiteY0-82" fmla="*/ 181640 h 353842"/>
                <a:gd name="connsiteX1-83" fmla="*/ 104790 w 209607"/>
                <a:gd name="connsiteY1-84" fmla="*/ 0 h 353842"/>
                <a:gd name="connsiteX2-85" fmla="*/ 209580 w 209607"/>
                <a:gd name="connsiteY2-86" fmla="*/ 181640 h 353842"/>
                <a:gd name="connsiteX3-87" fmla="*/ 114314 w 209607"/>
                <a:gd name="connsiteY3-88" fmla="*/ 353754 h 353842"/>
                <a:gd name="connsiteX4-89" fmla="*/ 0 w 209607"/>
                <a:gd name="connsiteY4-90" fmla="*/ 181640 h 353842"/>
                <a:gd name="connsiteX0-91" fmla="*/ 0 w 209586"/>
                <a:gd name="connsiteY0-92" fmla="*/ 181640 h 353842"/>
                <a:gd name="connsiteX1-93" fmla="*/ 104790 w 209586"/>
                <a:gd name="connsiteY1-94" fmla="*/ 0 h 353842"/>
                <a:gd name="connsiteX2-95" fmla="*/ 209580 w 209586"/>
                <a:gd name="connsiteY2-96" fmla="*/ 181640 h 353842"/>
                <a:gd name="connsiteX3-97" fmla="*/ 114314 w 209586"/>
                <a:gd name="connsiteY3-98" fmla="*/ 353754 h 353842"/>
                <a:gd name="connsiteX4-99" fmla="*/ 0 w 209586"/>
                <a:gd name="connsiteY4-100" fmla="*/ 181640 h 353842"/>
                <a:gd name="connsiteX0-101" fmla="*/ 0 w 217009"/>
                <a:gd name="connsiteY0-102" fmla="*/ 181643 h 353760"/>
                <a:gd name="connsiteX1-103" fmla="*/ 104790 w 217009"/>
                <a:gd name="connsiteY1-104" fmla="*/ 3 h 353760"/>
                <a:gd name="connsiteX2-105" fmla="*/ 217003 w 217009"/>
                <a:gd name="connsiteY2-106" fmla="*/ 185958 h 353760"/>
                <a:gd name="connsiteX3-107" fmla="*/ 114314 w 217009"/>
                <a:gd name="connsiteY3-108" fmla="*/ 353757 h 353760"/>
                <a:gd name="connsiteX4-109" fmla="*/ 0 w 217009"/>
                <a:gd name="connsiteY4-110" fmla="*/ 181643 h 353760"/>
                <a:gd name="connsiteX0-111" fmla="*/ 0 w 210025"/>
                <a:gd name="connsiteY0-112" fmla="*/ 181648 h 353771"/>
                <a:gd name="connsiteX1-113" fmla="*/ 104790 w 210025"/>
                <a:gd name="connsiteY1-114" fmla="*/ 8 h 353771"/>
                <a:gd name="connsiteX2-115" fmla="*/ 210019 w 210025"/>
                <a:gd name="connsiteY2-116" fmla="*/ 188778 h 353771"/>
                <a:gd name="connsiteX3-117" fmla="*/ 114314 w 210025"/>
                <a:gd name="connsiteY3-118" fmla="*/ 353762 h 353771"/>
                <a:gd name="connsiteX4-119" fmla="*/ 0 w 210025"/>
                <a:gd name="connsiteY4-120" fmla="*/ 181648 h 35377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10025" h="353771">
                  <a:moveTo>
                    <a:pt x="0" y="181648"/>
                  </a:moveTo>
                  <a:cubicBezTo>
                    <a:pt x="0" y="121102"/>
                    <a:pt x="69787" y="-1180"/>
                    <a:pt x="104790" y="8"/>
                  </a:cubicBezTo>
                  <a:cubicBezTo>
                    <a:pt x="139793" y="1196"/>
                    <a:pt x="210814" y="129819"/>
                    <a:pt x="210019" y="188778"/>
                  </a:cubicBezTo>
                  <a:cubicBezTo>
                    <a:pt x="209224" y="247737"/>
                    <a:pt x="149317" y="354950"/>
                    <a:pt x="114314" y="353762"/>
                  </a:cubicBezTo>
                  <a:cubicBezTo>
                    <a:pt x="79311" y="352574"/>
                    <a:pt x="0" y="242194"/>
                    <a:pt x="0" y="181648"/>
                  </a:cubicBezTo>
                  <a:close/>
                </a:path>
              </a:pathLst>
            </a:custGeom>
            <a:noFill/>
            <a:ln w="50800" cap="rnd">
              <a:solidFill>
                <a:srgbClr val="FECE0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17" name="文本框 216"/>
          <p:cNvSpPr txBox="1"/>
          <p:nvPr/>
        </p:nvSpPr>
        <p:spPr>
          <a:xfrm>
            <a:off x="2915285" y="4517390"/>
            <a:ext cx="50469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第三课 串并联电路</a:t>
            </a:r>
            <a:endParaRPr lang="zh-CN" altLang="en-US" sz="32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2273300" y="4743450"/>
            <a:ext cx="540000" cy="540000"/>
            <a:chOff x="848299" y="4208534"/>
            <a:chExt cx="262876" cy="308779"/>
          </a:xfrm>
        </p:grpSpPr>
        <p:sp>
          <p:nvSpPr>
            <p:cNvPr id="218" name="矩形: 圆角 217"/>
            <p:cNvSpPr/>
            <p:nvPr/>
          </p:nvSpPr>
          <p:spPr>
            <a:xfrm>
              <a:off x="946577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19" name="矩形: 圆角 218"/>
            <p:cNvSpPr/>
            <p:nvPr/>
          </p:nvSpPr>
          <p:spPr>
            <a:xfrm>
              <a:off x="1044855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FECE02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20" name="矩形: 圆角 219"/>
            <p:cNvSpPr/>
            <p:nvPr/>
          </p:nvSpPr>
          <p:spPr>
            <a:xfrm>
              <a:off x="848299" y="4208534"/>
              <a:ext cx="66320" cy="308779"/>
            </a:xfrm>
            <a:prstGeom prst="roundRect">
              <a:avLst>
                <a:gd name="adj" fmla="val 50000"/>
              </a:avLst>
            </a:prstGeom>
            <a:solidFill>
              <a:srgbClr val="35E6FF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 rot="20190112">
            <a:off x="2100479" y="2288808"/>
            <a:ext cx="1368894" cy="1368894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6" name="矩形: 圆角 195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35E6FF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7" name="矩形: 圆角 199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 rot="20190112">
            <a:off x="2303284" y="2395144"/>
            <a:ext cx="976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dirty="0" smtClean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串</a:t>
            </a:r>
            <a:endParaRPr lang="zh-CN" altLang="en-US" sz="72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78299" y="1562692"/>
            <a:ext cx="1368894" cy="1368894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10" name="矩形: 圆角 202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FECE02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1" name="矩形: 圆角 203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582835" y="1674473"/>
            <a:ext cx="976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dirty="0" smtClean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并</a:t>
            </a:r>
            <a:endParaRPr lang="zh-CN" altLang="en-US" sz="72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44" name="组合 201"/>
          <p:cNvGrpSpPr/>
          <p:nvPr/>
        </p:nvGrpSpPr>
        <p:grpSpPr>
          <a:xfrm>
            <a:off x="5408358" y="1647053"/>
            <a:ext cx="1368894" cy="1368894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45" name="矩形: 圆角 202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6" name="矩形: 圆角 203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5612894" y="1758834"/>
            <a:ext cx="976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dirty="0" smtClean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电</a:t>
            </a:r>
            <a:endParaRPr lang="zh-CN" altLang="en-US" sz="72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56" name="组合 201"/>
          <p:cNvGrpSpPr/>
          <p:nvPr/>
        </p:nvGrpSpPr>
        <p:grpSpPr>
          <a:xfrm>
            <a:off x="6711223" y="2282278"/>
            <a:ext cx="1368894" cy="1368894"/>
            <a:chOff x="2943226" y="3000328"/>
            <a:chExt cx="1368894" cy="1368894"/>
          </a:xfrm>
          <a:effectLst>
            <a:outerShdw blurRad="304800" dist="38100" dir="10800000" sx="106000" sy="106000" algn="r" rotWithShape="0">
              <a:prstClr val="black">
                <a:alpha val="40000"/>
              </a:prstClr>
            </a:outerShdw>
          </a:effectLst>
        </p:grpSpPr>
        <p:sp>
          <p:nvSpPr>
            <p:cNvPr id="57" name="矩形: 圆角 202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92D050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矩形: 圆角 203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915759" y="2394059"/>
            <a:ext cx="976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dirty="0" smtClean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路</a:t>
            </a:r>
            <a:endParaRPr lang="zh-CN" altLang="en-US" sz="72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58864" y="2394460"/>
            <a:ext cx="1368894" cy="1368894"/>
            <a:chOff x="2943226" y="3000328"/>
            <a:chExt cx="1368894" cy="1368894"/>
          </a:xfrm>
          <a:effectLst>
            <a:outerShdw blurRad="203200" dist="38100" dir="10800000" sx="104000" sy="104000" algn="r" rotWithShape="0">
              <a:prstClr val="black">
                <a:alpha val="40000"/>
              </a:prstClr>
            </a:outerShdw>
          </a:effectLst>
        </p:grpSpPr>
        <p:sp>
          <p:nvSpPr>
            <p:cNvPr id="207" name="矩形: 圆角 206"/>
            <p:cNvSpPr/>
            <p:nvPr/>
          </p:nvSpPr>
          <p:spPr>
            <a:xfrm>
              <a:off x="2943226" y="3000328"/>
              <a:ext cx="1368894" cy="1368894"/>
            </a:xfrm>
            <a:prstGeom prst="roundRect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08" name="矩形: 圆角 207"/>
            <p:cNvSpPr/>
            <p:nvPr/>
          </p:nvSpPr>
          <p:spPr>
            <a:xfrm>
              <a:off x="3055408" y="3112510"/>
              <a:ext cx="1144530" cy="1144530"/>
            </a:xfrm>
            <a:prstGeom prst="roundRect">
              <a:avLst/>
            </a:prstGeom>
            <a:noFill/>
            <a:ln w="12700" cap="rnd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09" name="文本框 208"/>
          <p:cNvSpPr txBox="1"/>
          <p:nvPr/>
        </p:nvSpPr>
        <p:spPr>
          <a:xfrm>
            <a:off x="4680234" y="2495608"/>
            <a:ext cx="976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dirty="0" smtClean="0">
                <a:ln w="12700">
                  <a:solidFill>
                    <a:schemeClr val="bg1"/>
                  </a:solidFill>
                </a:ln>
                <a:solidFill>
                  <a:srgbClr val="181743"/>
                </a:solidFill>
                <a:latin typeface="方正黑体简体" panose="02010601030101010101" charset="-122"/>
                <a:ea typeface="方正黑体简体" panose="02010601030101010101" charset="-122"/>
                <a:cs typeface="方正黑体简体" panose="02010601030101010101" charset="-122"/>
              </a:rPr>
              <a:t>联</a:t>
            </a:r>
            <a:endParaRPr lang="zh-CN" altLang="en-US" sz="7200" dirty="0">
              <a:ln w="12700">
                <a:solidFill>
                  <a:schemeClr val="bg1"/>
                </a:solidFill>
              </a:ln>
              <a:solidFill>
                <a:srgbClr val="181743"/>
              </a:solidFill>
              <a:latin typeface="方正黑体简体" panose="02010601030101010101" charset="-122"/>
              <a:ea typeface="方正黑体简体" panose="02010601030101010101" charset="-122"/>
              <a:cs typeface="方正黑体简体" panose="0201060103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972185" y="2860675"/>
            <a:ext cx="4412615" cy="2581910"/>
            <a:chOff x="2359026" y="2566988"/>
            <a:chExt cx="8248650" cy="4941888"/>
          </a:xfrm>
        </p:grpSpPr>
        <p:grpSp>
          <p:nvGrpSpPr>
            <p:cNvPr id="7" name="Group 176"/>
            <p:cNvGrpSpPr/>
            <p:nvPr/>
          </p:nvGrpSpPr>
          <p:grpSpPr bwMode="auto">
            <a:xfrm>
              <a:off x="4419601" y="2566988"/>
              <a:ext cx="4489450" cy="3244850"/>
              <a:chOff x="2784" y="1617"/>
              <a:chExt cx="2828" cy="2044"/>
            </a:xfrm>
          </p:grpSpPr>
          <p:sp>
            <p:nvSpPr>
              <p:cNvPr id="121" name="Freeform 169"/>
              <p:cNvSpPr/>
              <p:nvPr/>
            </p:nvSpPr>
            <p:spPr bwMode="auto">
              <a:xfrm flipV="1">
                <a:off x="3386" y="1617"/>
                <a:ext cx="390" cy="199"/>
              </a:xfrm>
              <a:custGeom>
                <a:avLst/>
                <a:gdLst>
                  <a:gd name="T0" fmla="*/ 92 w 1716"/>
                  <a:gd name="T1" fmla="*/ 844 h 876"/>
                  <a:gd name="T2" fmla="*/ 931 w 1716"/>
                  <a:gd name="T3" fmla="*/ 856 h 876"/>
                  <a:gd name="T4" fmla="*/ 1565 w 1716"/>
                  <a:gd name="T5" fmla="*/ 854 h 876"/>
                  <a:gd name="T6" fmla="*/ 1705 w 1716"/>
                  <a:gd name="T7" fmla="*/ 715 h 876"/>
                  <a:gd name="T8" fmla="*/ 1707 w 1716"/>
                  <a:gd name="T9" fmla="*/ 151 h 876"/>
                  <a:gd name="T10" fmla="*/ 1532 w 1716"/>
                  <a:gd name="T11" fmla="*/ 9 h 876"/>
                  <a:gd name="T12" fmla="*/ 188 w 1716"/>
                  <a:gd name="T13" fmla="*/ 9 h 876"/>
                  <a:gd name="T14" fmla="*/ 19 w 1716"/>
                  <a:gd name="T15" fmla="*/ 118 h 876"/>
                  <a:gd name="T16" fmla="*/ 12 w 1716"/>
                  <a:gd name="T17" fmla="*/ 610 h 876"/>
                  <a:gd name="T18" fmla="*/ 92 w 1716"/>
                  <a:gd name="T19" fmla="*/ 844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6" h="876">
                    <a:moveTo>
                      <a:pt x="92" y="844"/>
                    </a:moveTo>
                    <a:cubicBezTo>
                      <a:pt x="370" y="876"/>
                      <a:pt x="652" y="847"/>
                      <a:pt x="931" y="856"/>
                    </a:cubicBezTo>
                    <a:cubicBezTo>
                      <a:pt x="1142" y="853"/>
                      <a:pt x="1354" y="864"/>
                      <a:pt x="1565" y="854"/>
                    </a:cubicBezTo>
                    <a:cubicBezTo>
                      <a:pt x="1643" y="861"/>
                      <a:pt x="1710" y="793"/>
                      <a:pt x="1705" y="715"/>
                    </a:cubicBezTo>
                    <a:cubicBezTo>
                      <a:pt x="1713" y="527"/>
                      <a:pt x="1716" y="338"/>
                      <a:pt x="1707" y="151"/>
                    </a:cubicBezTo>
                    <a:cubicBezTo>
                      <a:pt x="1711" y="57"/>
                      <a:pt x="1617" y="0"/>
                      <a:pt x="1532" y="9"/>
                    </a:cubicBezTo>
                    <a:cubicBezTo>
                      <a:pt x="1084" y="10"/>
                      <a:pt x="636" y="11"/>
                      <a:pt x="188" y="9"/>
                    </a:cubicBezTo>
                    <a:cubicBezTo>
                      <a:pt x="116" y="2"/>
                      <a:pt x="26" y="34"/>
                      <a:pt x="19" y="118"/>
                    </a:cubicBezTo>
                    <a:cubicBezTo>
                      <a:pt x="1" y="281"/>
                      <a:pt x="16" y="446"/>
                      <a:pt x="12" y="610"/>
                    </a:cubicBezTo>
                    <a:cubicBezTo>
                      <a:pt x="17" y="691"/>
                      <a:pt x="0" y="806"/>
                      <a:pt x="92" y="844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2" name="Freeform 170"/>
              <p:cNvSpPr/>
              <p:nvPr/>
            </p:nvSpPr>
            <p:spPr bwMode="auto">
              <a:xfrm flipV="1">
                <a:off x="3578" y="1844"/>
                <a:ext cx="390" cy="197"/>
              </a:xfrm>
              <a:custGeom>
                <a:avLst/>
                <a:gdLst>
                  <a:gd name="T0" fmla="*/ 99 w 1717"/>
                  <a:gd name="T1" fmla="*/ 847 h 867"/>
                  <a:gd name="T2" fmla="*/ 333 w 1717"/>
                  <a:gd name="T3" fmla="*/ 862 h 867"/>
                  <a:gd name="T4" fmla="*/ 1534 w 1717"/>
                  <a:gd name="T5" fmla="*/ 859 h 867"/>
                  <a:gd name="T6" fmla="*/ 1709 w 1717"/>
                  <a:gd name="T7" fmla="*/ 720 h 867"/>
                  <a:gd name="T8" fmla="*/ 1709 w 1717"/>
                  <a:gd name="T9" fmla="*/ 152 h 867"/>
                  <a:gd name="T10" fmla="*/ 1568 w 1717"/>
                  <a:gd name="T11" fmla="*/ 15 h 867"/>
                  <a:gd name="T12" fmla="*/ 262 w 1717"/>
                  <a:gd name="T13" fmla="*/ 11 h 867"/>
                  <a:gd name="T14" fmla="*/ 27 w 1717"/>
                  <a:gd name="T15" fmla="*/ 94 h 867"/>
                  <a:gd name="T16" fmla="*/ 13 w 1717"/>
                  <a:gd name="T17" fmla="*/ 610 h 867"/>
                  <a:gd name="T18" fmla="*/ 99 w 1717"/>
                  <a:gd name="T19" fmla="*/ 847 h 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7" h="867">
                    <a:moveTo>
                      <a:pt x="99" y="847"/>
                    </a:moveTo>
                    <a:cubicBezTo>
                      <a:pt x="175" y="865"/>
                      <a:pt x="255" y="861"/>
                      <a:pt x="333" y="862"/>
                    </a:cubicBezTo>
                    <a:cubicBezTo>
                      <a:pt x="733" y="855"/>
                      <a:pt x="1134" y="863"/>
                      <a:pt x="1534" y="859"/>
                    </a:cubicBezTo>
                    <a:cubicBezTo>
                      <a:pt x="1618" y="867"/>
                      <a:pt x="1715" y="814"/>
                      <a:pt x="1709" y="720"/>
                    </a:cubicBezTo>
                    <a:cubicBezTo>
                      <a:pt x="1717" y="531"/>
                      <a:pt x="1716" y="341"/>
                      <a:pt x="1709" y="152"/>
                    </a:cubicBezTo>
                    <a:cubicBezTo>
                      <a:pt x="1710" y="77"/>
                      <a:pt x="1644" y="8"/>
                      <a:pt x="1568" y="15"/>
                    </a:cubicBezTo>
                    <a:cubicBezTo>
                      <a:pt x="1132" y="6"/>
                      <a:pt x="697" y="18"/>
                      <a:pt x="262" y="11"/>
                    </a:cubicBezTo>
                    <a:cubicBezTo>
                      <a:pt x="179" y="13"/>
                      <a:pt x="66" y="0"/>
                      <a:pt x="27" y="94"/>
                    </a:cubicBezTo>
                    <a:cubicBezTo>
                      <a:pt x="2" y="264"/>
                      <a:pt x="18" y="438"/>
                      <a:pt x="13" y="610"/>
                    </a:cubicBezTo>
                    <a:cubicBezTo>
                      <a:pt x="16" y="693"/>
                      <a:pt x="0" y="812"/>
                      <a:pt x="99" y="847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3" name="Freeform 171"/>
              <p:cNvSpPr/>
              <p:nvPr/>
            </p:nvSpPr>
            <p:spPr bwMode="auto">
              <a:xfrm flipV="1">
                <a:off x="4339" y="1938"/>
                <a:ext cx="399" cy="148"/>
              </a:xfrm>
              <a:custGeom>
                <a:avLst/>
                <a:gdLst>
                  <a:gd name="T0" fmla="*/ 31 w 1760"/>
                  <a:gd name="T1" fmla="*/ 552 h 653"/>
                  <a:gd name="T2" fmla="*/ 261 w 1760"/>
                  <a:gd name="T3" fmla="*/ 637 h 653"/>
                  <a:gd name="T4" fmla="*/ 1496 w 1760"/>
                  <a:gd name="T5" fmla="*/ 637 h 653"/>
                  <a:gd name="T6" fmla="*/ 1706 w 1760"/>
                  <a:gd name="T7" fmla="*/ 561 h 653"/>
                  <a:gd name="T8" fmla="*/ 1740 w 1760"/>
                  <a:gd name="T9" fmla="*/ 0 h 653"/>
                  <a:gd name="T10" fmla="*/ 18 w 1760"/>
                  <a:gd name="T11" fmla="*/ 0 h 653"/>
                  <a:gd name="T12" fmla="*/ 31 w 1760"/>
                  <a:gd name="T13" fmla="*/ 552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60" h="653">
                    <a:moveTo>
                      <a:pt x="31" y="552"/>
                    </a:moveTo>
                    <a:cubicBezTo>
                      <a:pt x="60" y="648"/>
                      <a:pt x="184" y="628"/>
                      <a:pt x="261" y="637"/>
                    </a:cubicBezTo>
                    <a:cubicBezTo>
                      <a:pt x="672" y="633"/>
                      <a:pt x="1084" y="635"/>
                      <a:pt x="1496" y="637"/>
                    </a:cubicBezTo>
                    <a:cubicBezTo>
                      <a:pt x="1569" y="629"/>
                      <a:pt x="1678" y="653"/>
                      <a:pt x="1706" y="561"/>
                    </a:cubicBezTo>
                    <a:cubicBezTo>
                      <a:pt x="1760" y="380"/>
                      <a:pt x="1730" y="187"/>
                      <a:pt x="1740" y="0"/>
                    </a:cubicBezTo>
                    <a:cubicBezTo>
                      <a:pt x="1166" y="0"/>
                      <a:pt x="592" y="0"/>
                      <a:pt x="18" y="0"/>
                    </a:cubicBezTo>
                    <a:cubicBezTo>
                      <a:pt x="23" y="184"/>
                      <a:pt x="0" y="370"/>
                      <a:pt x="31" y="552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4" name="Freeform 172"/>
              <p:cNvSpPr/>
              <p:nvPr/>
            </p:nvSpPr>
            <p:spPr bwMode="auto">
              <a:xfrm flipV="1">
                <a:off x="2953" y="2064"/>
                <a:ext cx="386" cy="200"/>
              </a:xfrm>
              <a:custGeom>
                <a:avLst/>
                <a:gdLst>
                  <a:gd name="T0" fmla="*/ 74 w 1700"/>
                  <a:gd name="T1" fmla="*/ 833 h 883"/>
                  <a:gd name="T2" fmla="*/ 298 w 1700"/>
                  <a:gd name="T3" fmla="*/ 857 h 883"/>
                  <a:gd name="T4" fmla="*/ 1250 w 1700"/>
                  <a:gd name="T5" fmla="*/ 856 h 883"/>
                  <a:gd name="T6" fmla="*/ 1700 w 1700"/>
                  <a:gd name="T7" fmla="*/ 787 h 883"/>
                  <a:gd name="T8" fmla="*/ 1144 w 1700"/>
                  <a:gd name="T9" fmla="*/ 645 h 883"/>
                  <a:gd name="T10" fmla="*/ 794 w 1700"/>
                  <a:gd name="T11" fmla="*/ 8 h 883"/>
                  <a:gd name="T12" fmla="*/ 191 w 1700"/>
                  <a:gd name="T13" fmla="*/ 10 h 883"/>
                  <a:gd name="T14" fmla="*/ 30 w 1700"/>
                  <a:gd name="T15" fmla="*/ 90 h 883"/>
                  <a:gd name="T16" fmla="*/ 12 w 1700"/>
                  <a:gd name="T17" fmla="*/ 608 h 883"/>
                  <a:gd name="T18" fmla="*/ 74 w 1700"/>
                  <a:gd name="T19" fmla="*/ 833 h 8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0" h="883">
                    <a:moveTo>
                      <a:pt x="74" y="833"/>
                    </a:moveTo>
                    <a:cubicBezTo>
                      <a:pt x="146" y="857"/>
                      <a:pt x="223" y="855"/>
                      <a:pt x="298" y="857"/>
                    </a:cubicBezTo>
                    <a:cubicBezTo>
                      <a:pt x="615" y="855"/>
                      <a:pt x="932" y="853"/>
                      <a:pt x="1250" y="856"/>
                    </a:cubicBezTo>
                    <a:cubicBezTo>
                      <a:pt x="1401" y="855"/>
                      <a:pt x="1568" y="883"/>
                      <a:pt x="1700" y="787"/>
                    </a:cubicBezTo>
                    <a:cubicBezTo>
                      <a:pt x="1505" y="797"/>
                      <a:pt x="1304" y="762"/>
                      <a:pt x="1144" y="645"/>
                    </a:cubicBezTo>
                    <a:cubicBezTo>
                      <a:pt x="934" y="505"/>
                      <a:pt x="804" y="259"/>
                      <a:pt x="794" y="8"/>
                    </a:cubicBezTo>
                    <a:cubicBezTo>
                      <a:pt x="593" y="11"/>
                      <a:pt x="392" y="0"/>
                      <a:pt x="191" y="10"/>
                    </a:cubicBezTo>
                    <a:cubicBezTo>
                      <a:pt x="132" y="15"/>
                      <a:pt x="44" y="17"/>
                      <a:pt x="30" y="90"/>
                    </a:cubicBezTo>
                    <a:cubicBezTo>
                      <a:pt x="0" y="261"/>
                      <a:pt x="14" y="435"/>
                      <a:pt x="12" y="608"/>
                    </a:cubicBezTo>
                    <a:cubicBezTo>
                      <a:pt x="20" y="683"/>
                      <a:pt x="7" y="780"/>
                      <a:pt x="74" y="833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5" name="Freeform 173"/>
              <p:cNvSpPr/>
              <p:nvPr/>
            </p:nvSpPr>
            <p:spPr bwMode="auto">
              <a:xfrm flipV="1">
                <a:off x="2784" y="2371"/>
                <a:ext cx="349" cy="153"/>
              </a:xfrm>
              <a:custGeom>
                <a:avLst/>
                <a:gdLst>
                  <a:gd name="T0" fmla="*/ 37 w 1539"/>
                  <a:gd name="T1" fmla="*/ 575 h 672"/>
                  <a:gd name="T2" fmla="*/ 267 w 1539"/>
                  <a:gd name="T3" fmla="*/ 659 h 672"/>
                  <a:gd name="T4" fmla="*/ 1539 w 1539"/>
                  <a:gd name="T5" fmla="*/ 656 h 672"/>
                  <a:gd name="T6" fmla="*/ 1539 w 1539"/>
                  <a:gd name="T7" fmla="*/ 225 h 672"/>
                  <a:gd name="T8" fmla="*/ 1008 w 1539"/>
                  <a:gd name="T9" fmla="*/ 0 h 672"/>
                  <a:gd name="T10" fmla="*/ 726 w 1539"/>
                  <a:gd name="T11" fmla="*/ 230 h 672"/>
                  <a:gd name="T12" fmla="*/ 46 w 1539"/>
                  <a:gd name="T13" fmla="*/ 240 h 672"/>
                  <a:gd name="T14" fmla="*/ 37 w 1539"/>
                  <a:gd name="T15" fmla="*/ 575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39" h="672">
                    <a:moveTo>
                      <a:pt x="37" y="575"/>
                    </a:moveTo>
                    <a:cubicBezTo>
                      <a:pt x="68" y="672"/>
                      <a:pt x="188" y="650"/>
                      <a:pt x="267" y="659"/>
                    </a:cubicBezTo>
                    <a:cubicBezTo>
                      <a:pt x="691" y="655"/>
                      <a:pt x="1115" y="660"/>
                      <a:pt x="1539" y="656"/>
                    </a:cubicBezTo>
                    <a:cubicBezTo>
                      <a:pt x="1539" y="512"/>
                      <a:pt x="1539" y="368"/>
                      <a:pt x="1539" y="225"/>
                    </a:cubicBezTo>
                    <a:cubicBezTo>
                      <a:pt x="1340" y="215"/>
                      <a:pt x="1153" y="136"/>
                      <a:pt x="1008" y="0"/>
                    </a:cubicBezTo>
                    <a:cubicBezTo>
                      <a:pt x="918" y="81"/>
                      <a:pt x="835" y="173"/>
                      <a:pt x="726" y="230"/>
                    </a:cubicBezTo>
                    <a:cubicBezTo>
                      <a:pt x="519" y="341"/>
                      <a:pt x="257" y="346"/>
                      <a:pt x="46" y="240"/>
                    </a:cubicBezTo>
                    <a:cubicBezTo>
                      <a:pt x="32" y="350"/>
                      <a:pt x="0" y="466"/>
                      <a:pt x="37" y="575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6" name="Freeform 174"/>
              <p:cNvSpPr/>
              <p:nvPr/>
            </p:nvSpPr>
            <p:spPr bwMode="auto">
              <a:xfrm flipV="1">
                <a:off x="5219" y="2628"/>
                <a:ext cx="393" cy="199"/>
              </a:xfrm>
              <a:custGeom>
                <a:avLst/>
                <a:gdLst>
                  <a:gd name="T0" fmla="*/ 31 w 1731"/>
                  <a:gd name="T1" fmla="*/ 783 h 878"/>
                  <a:gd name="T2" fmla="*/ 227 w 1731"/>
                  <a:gd name="T3" fmla="*/ 867 h 878"/>
                  <a:gd name="T4" fmla="*/ 1463 w 1731"/>
                  <a:gd name="T5" fmla="*/ 867 h 878"/>
                  <a:gd name="T6" fmla="*/ 1694 w 1731"/>
                  <a:gd name="T7" fmla="*/ 784 h 878"/>
                  <a:gd name="T8" fmla="*/ 1710 w 1731"/>
                  <a:gd name="T9" fmla="*/ 160 h 878"/>
                  <a:gd name="T10" fmla="*/ 823 w 1731"/>
                  <a:gd name="T11" fmla="*/ 157 h 878"/>
                  <a:gd name="T12" fmla="*/ 694 w 1731"/>
                  <a:gd name="T13" fmla="*/ 14 h 878"/>
                  <a:gd name="T14" fmla="*/ 98 w 1731"/>
                  <a:gd name="T15" fmla="*/ 34 h 878"/>
                  <a:gd name="T16" fmla="*/ 15 w 1731"/>
                  <a:gd name="T17" fmla="*/ 230 h 878"/>
                  <a:gd name="T18" fmla="*/ 31 w 1731"/>
                  <a:gd name="T19" fmla="*/ 783 h 8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31" h="878">
                    <a:moveTo>
                      <a:pt x="31" y="783"/>
                    </a:moveTo>
                    <a:cubicBezTo>
                      <a:pt x="50" y="871"/>
                      <a:pt x="159" y="859"/>
                      <a:pt x="227" y="867"/>
                    </a:cubicBezTo>
                    <a:cubicBezTo>
                      <a:pt x="639" y="866"/>
                      <a:pt x="1051" y="863"/>
                      <a:pt x="1463" y="867"/>
                    </a:cubicBezTo>
                    <a:cubicBezTo>
                      <a:pt x="1541" y="860"/>
                      <a:pt x="1662" y="878"/>
                      <a:pt x="1694" y="784"/>
                    </a:cubicBezTo>
                    <a:cubicBezTo>
                      <a:pt x="1731" y="578"/>
                      <a:pt x="1703" y="368"/>
                      <a:pt x="1710" y="160"/>
                    </a:cubicBezTo>
                    <a:cubicBezTo>
                      <a:pt x="1414" y="156"/>
                      <a:pt x="1118" y="166"/>
                      <a:pt x="823" y="157"/>
                    </a:cubicBezTo>
                    <a:cubicBezTo>
                      <a:pt x="746" y="158"/>
                      <a:pt x="728" y="66"/>
                      <a:pt x="694" y="14"/>
                    </a:cubicBezTo>
                    <a:cubicBezTo>
                      <a:pt x="495" y="26"/>
                      <a:pt x="294" y="0"/>
                      <a:pt x="98" y="34"/>
                    </a:cubicBezTo>
                    <a:cubicBezTo>
                      <a:pt x="15" y="58"/>
                      <a:pt x="22" y="162"/>
                      <a:pt x="15" y="230"/>
                    </a:cubicBezTo>
                    <a:cubicBezTo>
                      <a:pt x="14" y="414"/>
                      <a:pt x="0" y="600"/>
                      <a:pt x="31" y="783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7" name="Freeform 175"/>
              <p:cNvSpPr/>
              <p:nvPr/>
            </p:nvSpPr>
            <p:spPr bwMode="auto">
              <a:xfrm flipV="1">
                <a:off x="5116" y="3463"/>
                <a:ext cx="305" cy="198"/>
              </a:xfrm>
              <a:custGeom>
                <a:avLst/>
                <a:gdLst>
                  <a:gd name="T0" fmla="*/ 31 w 1346"/>
                  <a:gd name="T1" fmla="*/ 781 h 870"/>
                  <a:gd name="T2" fmla="*/ 225 w 1346"/>
                  <a:gd name="T3" fmla="*/ 865 h 870"/>
                  <a:gd name="T4" fmla="*/ 1308 w 1346"/>
                  <a:gd name="T5" fmla="*/ 870 h 870"/>
                  <a:gd name="T6" fmla="*/ 1346 w 1346"/>
                  <a:gd name="T7" fmla="*/ 582 h 870"/>
                  <a:gd name="T8" fmla="*/ 651 w 1346"/>
                  <a:gd name="T9" fmla="*/ 576 h 870"/>
                  <a:gd name="T10" fmla="*/ 627 w 1346"/>
                  <a:gd name="T11" fmla="*/ 384 h 870"/>
                  <a:gd name="T12" fmla="*/ 790 w 1346"/>
                  <a:gd name="T13" fmla="*/ 363 h 870"/>
                  <a:gd name="T14" fmla="*/ 790 w 1346"/>
                  <a:gd name="T15" fmla="*/ 17 h 870"/>
                  <a:gd name="T16" fmla="*/ 123 w 1346"/>
                  <a:gd name="T17" fmla="*/ 27 h 870"/>
                  <a:gd name="T18" fmla="*/ 17 w 1346"/>
                  <a:gd name="T19" fmla="*/ 228 h 870"/>
                  <a:gd name="T20" fmla="*/ 31 w 1346"/>
                  <a:gd name="T21" fmla="*/ 781 h 8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46" h="870">
                    <a:moveTo>
                      <a:pt x="31" y="781"/>
                    </a:moveTo>
                    <a:cubicBezTo>
                      <a:pt x="53" y="863"/>
                      <a:pt x="157" y="860"/>
                      <a:pt x="225" y="865"/>
                    </a:cubicBezTo>
                    <a:cubicBezTo>
                      <a:pt x="586" y="867"/>
                      <a:pt x="947" y="858"/>
                      <a:pt x="1308" y="870"/>
                    </a:cubicBezTo>
                    <a:cubicBezTo>
                      <a:pt x="1322" y="774"/>
                      <a:pt x="1334" y="678"/>
                      <a:pt x="1346" y="582"/>
                    </a:cubicBezTo>
                    <a:cubicBezTo>
                      <a:pt x="1115" y="577"/>
                      <a:pt x="882" y="593"/>
                      <a:pt x="651" y="576"/>
                    </a:cubicBezTo>
                    <a:cubicBezTo>
                      <a:pt x="562" y="562"/>
                      <a:pt x="549" y="424"/>
                      <a:pt x="627" y="384"/>
                    </a:cubicBezTo>
                    <a:cubicBezTo>
                      <a:pt x="680" y="371"/>
                      <a:pt x="735" y="369"/>
                      <a:pt x="790" y="363"/>
                    </a:cubicBezTo>
                    <a:cubicBezTo>
                      <a:pt x="790" y="248"/>
                      <a:pt x="789" y="132"/>
                      <a:pt x="790" y="17"/>
                    </a:cubicBezTo>
                    <a:cubicBezTo>
                      <a:pt x="568" y="26"/>
                      <a:pt x="344" y="0"/>
                      <a:pt x="123" y="27"/>
                    </a:cubicBezTo>
                    <a:cubicBezTo>
                      <a:pt x="20" y="31"/>
                      <a:pt x="20" y="152"/>
                      <a:pt x="17" y="228"/>
                    </a:cubicBezTo>
                    <a:cubicBezTo>
                      <a:pt x="16" y="412"/>
                      <a:pt x="0" y="598"/>
                      <a:pt x="31" y="781"/>
                    </a:cubicBezTo>
                  </a:path>
                </a:pathLst>
              </a:custGeom>
              <a:solidFill>
                <a:srgbClr val="E6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8" name="Group 183"/>
            <p:cNvGrpSpPr/>
            <p:nvPr/>
          </p:nvGrpSpPr>
          <p:grpSpPr bwMode="auto">
            <a:xfrm>
              <a:off x="2359026" y="2925763"/>
              <a:ext cx="8248650" cy="2235200"/>
              <a:chOff x="1486" y="1843"/>
              <a:chExt cx="5196" cy="1408"/>
            </a:xfrm>
          </p:grpSpPr>
          <p:sp>
            <p:nvSpPr>
              <p:cNvPr id="115" name="Freeform 177"/>
              <p:cNvSpPr/>
              <p:nvPr/>
            </p:nvSpPr>
            <p:spPr bwMode="auto">
              <a:xfrm flipV="1">
                <a:off x="2242" y="1843"/>
                <a:ext cx="389" cy="197"/>
              </a:xfrm>
              <a:custGeom>
                <a:avLst/>
                <a:gdLst>
                  <a:gd name="T0" fmla="*/ 13 w 1713"/>
                  <a:gd name="T1" fmla="*/ 713 h 865"/>
                  <a:gd name="T2" fmla="*/ 186 w 1713"/>
                  <a:gd name="T3" fmla="*/ 855 h 865"/>
                  <a:gd name="T4" fmla="*/ 1530 w 1713"/>
                  <a:gd name="T5" fmla="*/ 854 h 865"/>
                  <a:gd name="T6" fmla="*/ 1702 w 1713"/>
                  <a:gd name="T7" fmla="*/ 749 h 865"/>
                  <a:gd name="T8" fmla="*/ 1696 w 1713"/>
                  <a:gd name="T9" fmla="*/ 43 h 865"/>
                  <a:gd name="T10" fmla="*/ 1386 w 1713"/>
                  <a:gd name="T11" fmla="*/ 4 h 865"/>
                  <a:gd name="T12" fmla="*/ 187 w 1713"/>
                  <a:gd name="T13" fmla="*/ 8 h 865"/>
                  <a:gd name="T14" fmla="*/ 15 w 1713"/>
                  <a:gd name="T15" fmla="*/ 116 h 865"/>
                  <a:gd name="T16" fmla="*/ 13 w 1713"/>
                  <a:gd name="T17" fmla="*/ 713 h 8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13" h="865">
                    <a:moveTo>
                      <a:pt x="13" y="713"/>
                    </a:moveTo>
                    <a:cubicBezTo>
                      <a:pt x="5" y="807"/>
                      <a:pt x="101" y="865"/>
                      <a:pt x="186" y="855"/>
                    </a:cubicBezTo>
                    <a:cubicBezTo>
                      <a:pt x="634" y="853"/>
                      <a:pt x="1082" y="856"/>
                      <a:pt x="1530" y="854"/>
                    </a:cubicBezTo>
                    <a:cubicBezTo>
                      <a:pt x="1598" y="854"/>
                      <a:pt x="1707" y="841"/>
                      <a:pt x="1702" y="749"/>
                    </a:cubicBezTo>
                    <a:cubicBezTo>
                      <a:pt x="1713" y="514"/>
                      <a:pt x="1710" y="278"/>
                      <a:pt x="1696" y="43"/>
                    </a:cubicBezTo>
                    <a:cubicBezTo>
                      <a:pt x="1595" y="12"/>
                      <a:pt x="1490" y="0"/>
                      <a:pt x="1386" y="4"/>
                    </a:cubicBezTo>
                    <a:cubicBezTo>
                      <a:pt x="986" y="11"/>
                      <a:pt x="587" y="5"/>
                      <a:pt x="187" y="8"/>
                    </a:cubicBezTo>
                    <a:cubicBezTo>
                      <a:pt x="116" y="4"/>
                      <a:pt x="24" y="34"/>
                      <a:pt x="15" y="116"/>
                    </a:cubicBezTo>
                    <a:cubicBezTo>
                      <a:pt x="0" y="315"/>
                      <a:pt x="9" y="515"/>
                      <a:pt x="13" y="713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6" name="Freeform 178"/>
              <p:cNvSpPr/>
              <p:nvPr/>
            </p:nvSpPr>
            <p:spPr bwMode="auto">
              <a:xfrm flipV="1">
                <a:off x="2009" y="2069"/>
                <a:ext cx="390" cy="195"/>
              </a:xfrm>
              <a:custGeom>
                <a:avLst/>
                <a:gdLst>
                  <a:gd name="T0" fmla="*/ 89 w 1717"/>
                  <a:gd name="T1" fmla="*/ 843 h 860"/>
                  <a:gd name="T2" fmla="*/ 256 w 1717"/>
                  <a:gd name="T3" fmla="*/ 858 h 860"/>
                  <a:gd name="T4" fmla="*/ 1458 w 1717"/>
                  <a:gd name="T5" fmla="*/ 857 h 860"/>
                  <a:gd name="T6" fmla="*/ 1692 w 1717"/>
                  <a:gd name="T7" fmla="*/ 811 h 860"/>
                  <a:gd name="T8" fmla="*/ 1691 w 1717"/>
                  <a:gd name="T9" fmla="*/ 57 h 860"/>
                  <a:gd name="T10" fmla="*/ 1420 w 1717"/>
                  <a:gd name="T11" fmla="*/ 8 h 860"/>
                  <a:gd name="T12" fmla="*/ 150 w 1717"/>
                  <a:gd name="T13" fmla="*/ 10 h 860"/>
                  <a:gd name="T14" fmla="*/ 12 w 1717"/>
                  <a:gd name="T15" fmla="*/ 150 h 860"/>
                  <a:gd name="T16" fmla="*/ 9 w 1717"/>
                  <a:gd name="T17" fmla="*/ 608 h 860"/>
                  <a:gd name="T18" fmla="*/ 89 w 1717"/>
                  <a:gd name="T19" fmla="*/ 843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7" h="860">
                    <a:moveTo>
                      <a:pt x="89" y="843"/>
                    </a:moveTo>
                    <a:cubicBezTo>
                      <a:pt x="143" y="860"/>
                      <a:pt x="200" y="857"/>
                      <a:pt x="256" y="858"/>
                    </a:cubicBezTo>
                    <a:cubicBezTo>
                      <a:pt x="657" y="852"/>
                      <a:pt x="1057" y="856"/>
                      <a:pt x="1458" y="857"/>
                    </a:cubicBezTo>
                    <a:cubicBezTo>
                      <a:pt x="1537" y="854"/>
                      <a:pt x="1624" y="860"/>
                      <a:pt x="1692" y="811"/>
                    </a:cubicBezTo>
                    <a:cubicBezTo>
                      <a:pt x="1717" y="562"/>
                      <a:pt x="1717" y="306"/>
                      <a:pt x="1691" y="57"/>
                    </a:cubicBezTo>
                    <a:cubicBezTo>
                      <a:pt x="1613" y="0"/>
                      <a:pt x="1512" y="10"/>
                      <a:pt x="1420" y="8"/>
                    </a:cubicBezTo>
                    <a:cubicBezTo>
                      <a:pt x="997" y="15"/>
                      <a:pt x="573" y="1"/>
                      <a:pt x="150" y="10"/>
                    </a:cubicBezTo>
                    <a:cubicBezTo>
                      <a:pt x="74" y="4"/>
                      <a:pt x="10" y="76"/>
                      <a:pt x="12" y="150"/>
                    </a:cubicBezTo>
                    <a:cubicBezTo>
                      <a:pt x="3" y="302"/>
                      <a:pt x="13" y="455"/>
                      <a:pt x="9" y="608"/>
                    </a:cubicBezTo>
                    <a:cubicBezTo>
                      <a:pt x="9" y="691"/>
                      <a:pt x="0" y="799"/>
                      <a:pt x="89" y="843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7" name="Freeform 179"/>
              <p:cNvSpPr/>
              <p:nvPr/>
            </p:nvSpPr>
            <p:spPr bwMode="auto">
              <a:xfrm flipV="1">
                <a:off x="1657" y="2838"/>
                <a:ext cx="389" cy="199"/>
              </a:xfrm>
              <a:custGeom>
                <a:avLst/>
                <a:gdLst>
                  <a:gd name="T0" fmla="*/ 15 w 1711"/>
                  <a:gd name="T1" fmla="*/ 764 h 874"/>
                  <a:gd name="T2" fmla="*/ 219 w 1711"/>
                  <a:gd name="T3" fmla="*/ 871 h 874"/>
                  <a:gd name="T4" fmla="*/ 1525 w 1711"/>
                  <a:gd name="T5" fmla="*/ 871 h 874"/>
                  <a:gd name="T6" fmla="*/ 1700 w 1711"/>
                  <a:gd name="T7" fmla="*/ 767 h 874"/>
                  <a:gd name="T8" fmla="*/ 1695 w 1711"/>
                  <a:gd name="T9" fmla="*/ 63 h 874"/>
                  <a:gd name="T10" fmla="*/ 1207 w 1711"/>
                  <a:gd name="T11" fmla="*/ 24 h 874"/>
                  <a:gd name="T12" fmla="*/ 148 w 1711"/>
                  <a:gd name="T13" fmla="*/ 25 h 874"/>
                  <a:gd name="T14" fmla="*/ 11 w 1711"/>
                  <a:gd name="T15" fmla="*/ 165 h 874"/>
                  <a:gd name="T16" fmla="*/ 15 w 1711"/>
                  <a:gd name="T17" fmla="*/ 764 h 8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11" h="874">
                    <a:moveTo>
                      <a:pt x="15" y="764"/>
                    </a:moveTo>
                    <a:cubicBezTo>
                      <a:pt x="26" y="860"/>
                      <a:pt x="141" y="874"/>
                      <a:pt x="219" y="871"/>
                    </a:cubicBezTo>
                    <a:cubicBezTo>
                      <a:pt x="654" y="869"/>
                      <a:pt x="1089" y="871"/>
                      <a:pt x="1525" y="871"/>
                    </a:cubicBezTo>
                    <a:cubicBezTo>
                      <a:pt x="1593" y="870"/>
                      <a:pt x="1702" y="858"/>
                      <a:pt x="1700" y="767"/>
                    </a:cubicBezTo>
                    <a:cubicBezTo>
                      <a:pt x="1711" y="532"/>
                      <a:pt x="1706" y="297"/>
                      <a:pt x="1695" y="63"/>
                    </a:cubicBezTo>
                    <a:cubicBezTo>
                      <a:pt x="1540" y="0"/>
                      <a:pt x="1370" y="27"/>
                      <a:pt x="1207" y="24"/>
                    </a:cubicBezTo>
                    <a:cubicBezTo>
                      <a:pt x="854" y="27"/>
                      <a:pt x="500" y="18"/>
                      <a:pt x="148" y="25"/>
                    </a:cubicBezTo>
                    <a:cubicBezTo>
                      <a:pt x="71" y="20"/>
                      <a:pt x="6" y="89"/>
                      <a:pt x="11" y="165"/>
                    </a:cubicBezTo>
                    <a:cubicBezTo>
                      <a:pt x="3" y="364"/>
                      <a:pt x="0" y="565"/>
                      <a:pt x="15" y="764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8" name="Freeform 180"/>
              <p:cNvSpPr/>
              <p:nvPr/>
            </p:nvSpPr>
            <p:spPr bwMode="auto">
              <a:xfrm flipV="1">
                <a:off x="6110" y="2836"/>
                <a:ext cx="390" cy="197"/>
              </a:xfrm>
              <a:custGeom>
                <a:avLst/>
                <a:gdLst>
                  <a:gd name="T0" fmla="*/ 90 w 1717"/>
                  <a:gd name="T1" fmla="*/ 839 h 865"/>
                  <a:gd name="T2" fmla="*/ 468 w 1717"/>
                  <a:gd name="T3" fmla="*/ 853 h 865"/>
                  <a:gd name="T4" fmla="*/ 1454 w 1717"/>
                  <a:gd name="T5" fmla="*/ 853 h 865"/>
                  <a:gd name="T6" fmla="*/ 1649 w 1717"/>
                  <a:gd name="T7" fmla="*/ 829 h 865"/>
                  <a:gd name="T8" fmla="*/ 1707 w 1717"/>
                  <a:gd name="T9" fmla="*/ 675 h 865"/>
                  <a:gd name="T10" fmla="*/ 1697 w 1717"/>
                  <a:gd name="T11" fmla="*/ 78 h 865"/>
                  <a:gd name="T12" fmla="*/ 1489 w 1717"/>
                  <a:gd name="T13" fmla="*/ 4 h 865"/>
                  <a:gd name="T14" fmla="*/ 220 w 1717"/>
                  <a:gd name="T15" fmla="*/ 4 h 865"/>
                  <a:gd name="T16" fmla="*/ 16 w 1717"/>
                  <a:gd name="T17" fmla="*/ 114 h 865"/>
                  <a:gd name="T18" fmla="*/ 9 w 1717"/>
                  <a:gd name="T19" fmla="*/ 639 h 865"/>
                  <a:gd name="T20" fmla="*/ 90 w 1717"/>
                  <a:gd name="T21" fmla="*/ 839 h 8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17" h="865">
                    <a:moveTo>
                      <a:pt x="90" y="839"/>
                    </a:moveTo>
                    <a:cubicBezTo>
                      <a:pt x="214" y="865"/>
                      <a:pt x="342" y="851"/>
                      <a:pt x="468" y="853"/>
                    </a:cubicBezTo>
                    <a:cubicBezTo>
                      <a:pt x="797" y="852"/>
                      <a:pt x="1125" y="849"/>
                      <a:pt x="1454" y="853"/>
                    </a:cubicBezTo>
                    <a:cubicBezTo>
                      <a:pt x="1519" y="850"/>
                      <a:pt x="1587" y="854"/>
                      <a:pt x="1649" y="829"/>
                    </a:cubicBezTo>
                    <a:cubicBezTo>
                      <a:pt x="1717" y="811"/>
                      <a:pt x="1697" y="728"/>
                      <a:pt x="1707" y="675"/>
                    </a:cubicBezTo>
                    <a:cubicBezTo>
                      <a:pt x="1704" y="476"/>
                      <a:pt x="1716" y="276"/>
                      <a:pt x="1697" y="78"/>
                    </a:cubicBezTo>
                    <a:cubicBezTo>
                      <a:pt x="1661" y="0"/>
                      <a:pt x="1560" y="10"/>
                      <a:pt x="1489" y="4"/>
                    </a:cubicBezTo>
                    <a:cubicBezTo>
                      <a:pt x="1066" y="5"/>
                      <a:pt x="643" y="5"/>
                      <a:pt x="220" y="4"/>
                    </a:cubicBezTo>
                    <a:cubicBezTo>
                      <a:pt x="141" y="1"/>
                      <a:pt x="29" y="19"/>
                      <a:pt x="16" y="114"/>
                    </a:cubicBezTo>
                    <a:cubicBezTo>
                      <a:pt x="0" y="289"/>
                      <a:pt x="11" y="464"/>
                      <a:pt x="9" y="639"/>
                    </a:cubicBezTo>
                    <a:cubicBezTo>
                      <a:pt x="12" y="710"/>
                      <a:pt x="7" y="811"/>
                      <a:pt x="90" y="839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9" name="Freeform 181"/>
              <p:cNvSpPr/>
              <p:nvPr/>
            </p:nvSpPr>
            <p:spPr bwMode="auto">
              <a:xfrm flipV="1">
                <a:off x="1486" y="3049"/>
                <a:ext cx="401" cy="202"/>
              </a:xfrm>
              <a:custGeom>
                <a:avLst/>
                <a:gdLst>
                  <a:gd name="T0" fmla="*/ 138 w 1767"/>
                  <a:gd name="T1" fmla="*/ 850 h 889"/>
                  <a:gd name="T2" fmla="*/ 1118 w 1767"/>
                  <a:gd name="T3" fmla="*/ 860 h 889"/>
                  <a:gd name="T4" fmla="*/ 1748 w 1767"/>
                  <a:gd name="T5" fmla="*/ 822 h 889"/>
                  <a:gd name="T6" fmla="*/ 1754 w 1767"/>
                  <a:gd name="T7" fmla="*/ 190 h 889"/>
                  <a:gd name="T8" fmla="*/ 1695 w 1767"/>
                  <a:gd name="T9" fmla="*/ 36 h 889"/>
                  <a:gd name="T10" fmla="*/ 1328 w 1767"/>
                  <a:gd name="T11" fmla="*/ 14 h 889"/>
                  <a:gd name="T12" fmla="*/ 167 w 1767"/>
                  <a:gd name="T13" fmla="*/ 21 h 889"/>
                  <a:gd name="T14" fmla="*/ 59 w 1767"/>
                  <a:gd name="T15" fmla="*/ 401 h 889"/>
                  <a:gd name="T16" fmla="*/ 138 w 1767"/>
                  <a:gd name="T17" fmla="*/ 85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67" h="889">
                    <a:moveTo>
                      <a:pt x="138" y="850"/>
                    </a:moveTo>
                    <a:cubicBezTo>
                      <a:pt x="464" y="877"/>
                      <a:pt x="792" y="853"/>
                      <a:pt x="1118" y="860"/>
                    </a:cubicBezTo>
                    <a:cubicBezTo>
                      <a:pt x="1328" y="851"/>
                      <a:pt x="1545" y="889"/>
                      <a:pt x="1748" y="822"/>
                    </a:cubicBezTo>
                    <a:cubicBezTo>
                      <a:pt x="1760" y="612"/>
                      <a:pt x="1757" y="401"/>
                      <a:pt x="1754" y="190"/>
                    </a:cubicBezTo>
                    <a:cubicBezTo>
                      <a:pt x="1744" y="137"/>
                      <a:pt x="1767" y="51"/>
                      <a:pt x="1695" y="36"/>
                    </a:cubicBezTo>
                    <a:cubicBezTo>
                      <a:pt x="1576" y="0"/>
                      <a:pt x="1450" y="16"/>
                      <a:pt x="1328" y="14"/>
                    </a:cubicBezTo>
                    <a:cubicBezTo>
                      <a:pt x="941" y="22"/>
                      <a:pt x="553" y="0"/>
                      <a:pt x="167" y="21"/>
                    </a:cubicBezTo>
                    <a:cubicBezTo>
                      <a:pt x="2" y="66"/>
                      <a:pt x="76" y="277"/>
                      <a:pt x="59" y="401"/>
                    </a:cubicBezTo>
                    <a:cubicBezTo>
                      <a:pt x="79" y="546"/>
                      <a:pt x="0" y="749"/>
                      <a:pt x="138" y="850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0" name="Freeform 182"/>
              <p:cNvSpPr/>
              <p:nvPr/>
            </p:nvSpPr>
            <p:spPr bwMode="auto">
              <a:xfrm flipV="1">
                <a:off x="6293" y="3054"/>
                <a:ext cx="389" cy="195"/>
              </a:xfrm>
              <a:custGeom>
                <a:avLst/>
                <a:gdLst>
                  <a:gd name="T0" fmla="*/ 74 w 1715"/>
                  <a:gd name="T1" fmla="*/ 828 h 860"/>
                  <a:gd name="T2" fmla="*/ 297 w 1715"/>
                  <a:gd name="T3" fmla="*/ 854 h 860"/>
                  <a:gd name="T4" fmla="*/ 1462 w 1715"/>
                  <a:gd name="T5" fmla="*/ 854 h 860"/>
                  <a:gd name="T6" fmla="*/ 1702 w 1715"/>
                  <a:gd name="T7" fmla="*/ 814 h 860"/>
                  <a:gd name="T8" fmla="*/ 1705 w 1715"/>
                  <a:gd name="T9" fmla="*/ 110 h 860"/>
                  <a:gd name="T10" fmla="*/ 1499 w 1715"/>
                  <a:gd name="T11" fmla="*/ 4 h 860"/>
                  <a:gd name="T12" fmla="*/ 227 w 1715"/>
                  <a:gd name="T13" fmla="*/ 3 h 860"/>
                  <a:gd name="T14" fmla="*/ 20 w 1715"/>
                  <a:gd name="T15" fmla="*/ 112 h 860"/>
                  <a:gd name="T16" fmla="*/ 12 w 1715"/>
                  <a:gd name="T17" fmla="*/ 605 h 860"/>
                  <a:gd name="T18" fmla="*/ 74 w 1715"/>
                  <a:gd name="T19" fmla="*/ 828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5" h="860">
                    <a:moveTo>
                      <a:pt x="74" y="828"/>
                    </a:moveTo>
                    <a:cubicBezTo>
                      <a:pt x="143" y="860"/>
                      <a:pt x="223" y="850"/>
                      <a:pt x="297" y="854"/>
                    </a:cubicBezTo>
                    <a:cubicBezTo>
                      <a:pt x="685" y="849"/>
                      <a:pt x="1074" y="853"/>
                      <a:pt x="1462" y="854"/>
                    </a:cubicBezTo>
                    <a:cubicBezTo>
                      <a:pt x="1544" y="856"/>
                      <a:pt x="1624" y="838"/>
                      <a:pt x="1702" y="814"/>
                    </a:cubicBezTo>
                    <a:cubicBezTo>
                      <a:pt x="1713" y="580"/>
                      <a:pt x="1715" y="344"/>
                      <a:pt x="1705" y="110"/>
                    </a:cubicBezTo>
                    <a:cubicBezTo>
                      <a:pt x="1705" y="3"/>
                      <a:pt x="1573" y="8"/>
                      <a:pt x="1499" y="4"/>
                    </a:cubicBezTo>
                    <a:cubicBezTo>
                      <a:pt x="1075" y="6"/>
                      <a:pt x="651" y="6"/>
                      <a:pt x="227" y="3"/>
                    </a:cubicBezTo>
                    <a:cubicBezTo>
                      <a:pt x="147" y="0"/>
                      <a:pt x="34" y="14"/>
                      <a:pt x="20" y="112"/>
                    </a:cubicBezTo>
                    <a:cubicBezTo>
                      <a:pt x="2" y="276"/>
                      <a:pt x="16" y="441"/>
                      <a:pt x="12" y="605"/>
                    </a:cubicBezTo>
                    <a:cubicBezTo>
                      <a:pt x="18" y="680"/>
                      <a:pt x="0" y="781"/>
                      <a:pt x="74" y="828"/>
                    </a:cubicBezTo>
                  </a:path>
                </a:pathLst>
              </a:custGeom>
              <a:solidFill>
                <a:srgbClr val="E2F2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9" name="Group 193"/>
            <p:cNvGrpSpPr/>
            <p:nvPr/>
          </p:nvGrpSpPr>
          <p:grpSpPr bwMode="auto">
            <a:xfrm>
              <a:off x="3844926" y="2922588"/>
              <a:ext cx="4659313" cy="2832100"/>
              <a:chOff x="2422" y="1841"/>
              <a:chExt cx="2935" cy="1784"/>
            </a:xfrm>
          </p:grpSpPr>
          <p:sp>
            <p:nvSpPr>
              <p:cNvPr id="106" name="Freeform 184"/>
              <p:cNvSpPr/>
              <p:nvPr/>
            </p:nvSpPr>
            <p:spPr bwMode="auto">
              <a:xfrm flipV="1">
                <a:off x="3162" y="1841"/>
                <a:ext cx="390" cy="199"/>
              </a:xfrm>
              <a:custGeom>
                <a:avLst/>
                <a:gdLst>
                  <a:gd name="T0" fmla="*/ 94 w 1716"/>
                  <a:gd name="T1" fmla="*/ 842 h 874"/>
                  <a:gd name="T2" fmla="*/ 930 w 1716"/>
                  <a:gd name="T3" fmla="*/ 854 h 874"/>
                  <a:gd name="T4" fmla="*/ 1598 w 1716"/>
                  <a:gd name="T5" fmla="*/ 849 h 874"/>
                  <a:gd name="T6" fmla="*/ 1706 w 1716"/>
                  <a:gd name="T7" fmla="*/ 679 h 874"/>
                  <a:gd name="T8" fmla="*/ 1699 w 1716"/>
                  <a:gd name="T9" fmla="*/ 114 h 874"/>
                  <a:gd name="T10" fmla="*/ 1457 w 1716"/>
                  <a:gd name="T11" fmla="*/ 6 h 874"/>
                  <a:gd name="T12" fmla="*/ 188 w 1716"/>
                  <a:gd name="T13" fmla="*/ 8 h 874"/>
                  <a:gd name="T14" fmla="*/ 19 w 1716"/>
                  <a:gd name="T15" fmla="*/ 116 h 874"/>
                  <a:gd name="T16" fmla="*/ 11 w 1716"/>
                  <a:gd name="T17" fmla="*/ 609 h 874"/>
                  <a:gd name="T18" fmla="*/ 94 w 1716"/>
                  <a:gd name="T19" fmla="*/ 842 h 8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6" h="874">
                    <a:moveTo>
                      <a:pt x="94" y="842"/>
                    </a:moveTo>
                    <a:cubicBezTo>
                      <a:pt x="371" y="874"/>
                      <a:pt x="651" y="844"/>
                      <a:pt x="930" y="854"/>
                    </a:cubicBezTo>
                    <a:cubicBezTo>
                      <a:pt x="1152" y="847"/>
                      <a:pt x="1376" y="867"/>
                      <a:pt x="1598" y="849"/>
                    </a:cubicBezTo>
                    <a:cubicBezTo>
                      <a:pt x="1682" y="843"/>
                      <a:pt x="1712" y="750"/>
                      <a:pt x="1706" y="679"/>
                    </a:cubicBezTo>
                    <a:cubicBezTo>
                      <a:pt x="1705" y="490"/>
                      <a:pt x="1716" y="301"/>
                      <a:pt x="1699" y="114"/>
                    </a:cubicBezTo>
                    <a:cubicBezTo>
                      <a:pt x="1682" y="0"/>
                      <a:pt x="1544" y="8"/>
                      <a:pt x="1457" y="6"/>
                    </a:cubicBezTo>
                    <a:cubicBezTo>
                      <a:pt x="1034" y="11"/>
                      <a:pt x="611" y="5"/>
                      <a:pt x="188" y="8"/>
                    </a:cubicBezTo>
                    <a:cubicBezTo>
                      <a:pt x="116" y="1"/>
                      <a:pt x="27" y="35"/>
                      <a:pt x="19" y="116"/>
                    </a:cubicBezTo>
                    <a:cubicBezTo>
                      <a:pt x="3" y="280"/>
                      <a:pt x="16" y="445"/>
                      <a:pt x="11" y="609"/>
                    </a:cubicBezTo>
                    <a:cubicBezTo>
                      <a:pt x="13" y="691"/>
                      <a:pt x="0" y="804"/>
                      <a:pt x="94" y="842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9" name="Freeform 187"/>
              <p:cNvSpPr/>
              <p:nvPr/>
            </p:nvSpPr>
            <p:spPr bwMode="auto">
              <a:xfrm flipV="1">
                <a:off x="2425" y="2372"/>
                <a:ext cx="335" cy="112"/>
              </a:xfrm>
              <a:custGeom>
                <a:avLst/>
                <a:gdLst>
                  <a:gd name="T0" fmla="*/ 28 w 1478"/>
                  <a:gd name="T1" fmla="*/ 398 h 491"/>
                  <a:gd name="T2" fmla="*/ 226 w 1478"/>
                  <a:gd name="T3" fmla="*/ 481 h 491"/>
                  <a:gd name="T4" fmla="*/ 1215 w 1478"/>
                  <a:gd name="T5" fmla="*/ 483 h 491"/>
                  <a:gd name="T6" fmla="*/ 1448 w 1478"/>
                  <a:gd name="T7" fmla="*/ 400 h 491"/>
                  <a:gd name="T8" fmla="*/ 1455 w 1478"/>
                  <a:gd name="T9" fmla="*/ 0 h 491"/>
                  <a:gd name="T10" fmla="*/ 17 w 1478"/>
                  <a:gd name="T11" fmla="*/ 12 h 491"/>
                  <a:gd name="T12" fmla="*/ 28 w 1478"/>
                  <a:gd name="T13" fmla="*/ 398 h 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8" h="491">
                    <a:moveTo>
                      <a:pt x="28" y="398"/>
                    </a:moveTo>
                    <a:cubicBezTo>
                      <a:pt x="54" y="482"/>
                      <a:pt x="156" y="476"/>
                      <a:pt x="226" y="481"/>
                    </a:cubicBezTo>
                    <a:cubicBezTo>
                      <a:pt x="555" y="483"/>
                      <a:pt x="885" y="478"/>
                      <a:pt x="1215" y="483"/>
                    </a:cubicBezTo>
                    <a:cubicBezTo>
                      <a:pt x="1295" y="478"/>
                      <a:pt x="1411" y="491"/>
                      <a:pt x="1448" y="400"/>
                    </a:cubicBezTo>
                    <a:cubicBezTo>
                      <a:pt x="1478" y="269"/>
                      <a:pt x="1454" y="133"/>
                      <a:pt x="1455" y="0"/>
                    </a:cubicBezTo>
                    <a:cubicBezTo>
                      <a:pt x="1002" y="193"/>
                      <a:pt x="473" y="201"/>
                      <a:pt x="17" y="12"/>
                    </a:cubicBezTo>
                    <a:cubicBezTo>
                      <a:pt x="16" y="141"/>
                      <a:pt x="0" y="272"/>
                      <a:pt x="28" y="398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0" name="Freeform 188"/>
              <p:cNvSpPr/>
              <p:nvPr/>
            </p:nvSpPr>
            <p:spPr bwMode="auto">
              <a:xfrm flipV="1">
                <a:off x="2422" y="2486"/>
                <a:ext cx="306" cy="82"/>
              </a:xfrm>
              <a:custGeom>
                <a:avLst/>
                <a:gdLst>
                  <a:gd name="T0" fmla="*/ 0 w 1348"/>
                  <a:gd name="T1" fmla="*/ 136 h 364"/>
                  <a:gd name="T2" fmla="*/ 1348 w 1348"/>
                  <a:gd name="T3" fmla="*/ 188 h 364"/>
                  <a:gd name="T4" fmla="*/ 1262 w 1348"/>
                  <a:gd name="T5" fmla="*/ 4 h 364"/>
                  <a:gd name="T6" fmla="*/ 377 w 1348"/>
                  <a:gd name="T7" fmla="*/ 4 h 364"/>
                  <a:gd name="T8" fmla="*/ 107 w 1348"/>
                  <a:gd name="T9" fmla="*/ 22 h 364"/>
                  <a:gd name="T10" fmla="*/ 0 w 1348"/>
                  <a:gd name="T11" fmla="*/ 136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48" h="364">
                    <a:moveTo>
                      <a:pt x="0" y="136"/>
                    </a:moveTo>
                    <a:cubicBezTo>
                      <a:pt x="416" y="344"/>
                      <a:pt x="918" y="364"/>
                      <a:pt x="1348" y="188"/>
                    </a:cubicBezTo>
                    <a:cubicBezTo>
                      <a:pt x="1318" y="127"/>
                      <a:pt x="1289" y="66"/>
                      <a:pt x="1262" y="4"/>
                    </a:cubicBezTo>
                    <a:cubicBezTo>
                      <a:pt x="967" y="4"/>
                      <a:pt x="672" y="9"/>
                      <a:pt x="377" y="4"/>
                    </a:cubicBezTo>
                    <a:cubicBezTo>
                      <a:pt x="287" y="5"/>
                      <a:pt x="195" y="0"/>
                      <a:pt x="107" y="22"/>
                    </a:cubicBezTo>
                    <a:cubicBezTo>
                      <a:pt x="66" y="55"/>
                      <a:pt x="34" y="97"/>
                      <a:pt x="0" y="136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1" name="Freeform 189"/>
              <p:cNvSpPr/>
              <p:nvPr/>
            </p:nvSpPr>
            <p:spPr bwMode="auto">
              <a:xfrm flipV="1">
                <a:off x="2569" y="2594"/>
                <a:ext cx="148" cy="205"/>
              </a:xfrm>
              <a:custGeom>
                <a:avLst/>
                <a:gdLst>
                  <a:gd name="T0" fmla="*/ 107 w 654"/>
                  <a:gd name="T1" fmla="*/ 856 h 901"/>
                  <a:gd name="T2" fmla="*/ 586 w 654"/>
                  <a:gd name="T3" fmla="*/ 877 h 901"/>
                  <a:gd name="T4" fmla="*/ 654 w 654"/>
                  <a:gd name="T5" fmla="*/ 461 h 901"/>
                  <a:gd name="T6" fmla="*/ 147 w 654"/>
                  <a:gd name="T7" fmla="*/ 0 h 901"/>
                  <a:gd name="T8" fmla="*/ 46 w 654"/>
                  <a:gd name="T9" fmla="*/ 562 h 901"/>
                  <a:gd name="T10" fmla="*/ 107 w 654"/>
                  <a:gd name="T11" fmla="*/ 856 h 9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4" h="901">
                    <a:moveTo>
                      <a:pt x="107" y="856"/>
                    </a:moveTo>
                    <a:cubicBezTo>
                      <a:pt x="262" y="901"/>
                      <a:pt x="427" y="876"/>
                      <a:pt x="586" y="877"/>
                    </a:cubicBezTo>
                    <a:cubicBezTo>
                      <a:pt x="577" y="735"/>
                      <a:pt x="600" y="593"/>
                      <a:pt x="654" y="461"/>
                    </a:cubicBezTo>
                    <a:cubicBezTo>
                      <a:pt x="487" y="306"/>
                      <a:pt x="317" y="153"/>
                      <a:pt x="147" y="0"/>
                    </a:cubicBezTo>
                    <a:cubicBezTo>
                      <a:pt x="0" y="151"/>
                      <a:pt x="58" y="372"/>
                      <a:pt x="46" y="562"/>
                    </a:cubicBezTo>
                    <a:cubicBezTo>
                      <a:pt x="57" y="658"/>
                      <a:pt x="23" y="786"/>
                      <a:pt x="107" y="856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2" name="Freeform 190"/>
              <p:cNvSpPr/>
              <p:nvPr/>
            </p:nvSpPr>
            <p:spPr bwMode="auto">
              <a:xfrm flipV="1">
                <a:off x="5103" y="2629"/>
                <a:ext cx="91" cy="206"/>
              </a:xfrm>
              <a:custGeom>
                <a:avLst/>
                <a:gdLst>
                  <a:gd name="T0" fmla="*/ 0 w 403"/>
                  <a:gd name="T1" fmla="*/ 901 h 906"/>
                  <a:gd name="T2" fmla="*/ 305 w 403"/>
                  <a:gd name="T3" fmla="*/ 882 h 906"/>
                  <a:gd name="T4" fmla="*/ 389 w 403"/>
                  <a:gd name="T5" fmla="*/ 685 h 906"/>
                  <a:gd name="T6" fmla="*/ 372 w 403"/>
                  <a:gd name="T7" fmla="*/ 132 h 906"/>
                  <a:gd name="T8" fmla="*/ 0 w 403"/>
                  <a:gd name="T9" fmla="*/ 48 h 906"/>
                  <a:gd name="T10" fmla="*/ 0 w 403"/>
                  <a:gd name="T11" fmla="*/ 901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3" h="906">
                    <a:moveTo>
                      <a:pt x="0" y="901"/>
                    </a:moveTo>
                    <a:cubicBezTo>
                      <a:pt x="101" y="899"/>
                      <a:pt x="205" y="906"/>
                      <a:pt x="305" y="882"/>
                    </a:cubicBezTo>
                    <a:cubicBezTo>
                      <a:pt x="390" y="859"/>
                      <a:pt x="384" y="756"/>
                      <a:pt x="389" y="685"/>
                    </a:cubicBezTo>
                    <a:cubicBezTo>
                      <a:pt x="387" y="501"/>
                      <a:pt x="403" y="314"/>
                      <a:pt x="372" y="132"/>
                    </a:cubicBezTo>
                    <a:cubicBezTo>
                      <a:pt x="304" y="0"/>
                      <a:pt x="120" y="66"/>
                      <a:pt x="0" y="48"/>
                    </a:cubicBezTo>
                    <a:cubicBezTo>
                      <a:pt x="0" y="333"/>
                      <a:pt x="0" y="617"/>
                      <a:pt x="0" y="901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3" name="Freeform 191"/>
              <p:cNvSpPr/>
              <p:nvPr/>
            </p:nvSpPr>
            <p:spPr bwMode="auto">
              <a:xfrm flipV="1">
                <a:off x="5103" y="2853"/>
                <a:ext cx="254" cy="195"/>
              </a:xfrm>
              <a:custGeom>
                <a:avLst/>
                <a:gdLst>
                  <a:gd name="T0" fmla="*/ 0 w 1118"/>
                  <a:gd name="T1" fmla="*/ 850 h 860"/>
                  <a:gd name="T2" fmla="*/ 959 w 1118"/>
                  <a:gd name="T3" fmla="*/ 836 h 860"/>
                  <a:gd name="T4" fmla="*/ 886 w 1118"/>
                  <a:gd name="T5" fmla="*/ 387 h 860"/>
                  <a:gd name="T6" fmla="*/ 1083 w 1118"/>
                  <a:gd name="T7" fmla="*/ 274 h 860"/>
                  <a:gd name="T8" fmla="*/ 1118 w 1118"/>
                  <a:gd name="T9" fmla="*/ 4 h 860"/>
                  <a:gd name="T10" fmla="*/ 0 w 1118"/>
                  <a:gd name="T11" fmla="*/ 2 h 860"/>
                  <a:gd name="T12" fmla="*/ 0 w 1118"/>
                  <a:gd name="T13" fmla="*/ 85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18" h="860">
                    <a:moveTo>
                      <a:pt x="0" y="850"/>
                    </a:moveTo>
                    <a:cubicBezTo>
                      <a:pt x="320" y="843"/>
                      <a:pt x="640" y="860"/>
                      <a:pt x="959" y="836"/>
                    </a:cubicBezTo>
                    <a:cubicBezTo>
                      <a:pt x="841" y="717"/>
                      <a:pt x="884" y="537"/>
                      <a:pt x="886" y="387"/>
                    </a:cubicBezTo>
                    <a:cubicBezTo>
                      <a:pt x="884" y="280"/>
                      <a:pt x="1008" y="290"/>
                      <a:pt x="1083" y="274"/>
                    </a:cubicBezTo>
                    <a:cubicBezTo>
                      <a:pt x="1093" y="184"/>
                      <a:pt x="1105" y="94"/>
                      <a:pt x="1118" y="4"/>
                    </a:cubicBezTo>
                    <a:cubicBezTo>
                      <a:pt x="745" y="0"/>
                      <a:pt x="373" y="2"/>
                      <a:pt x="0" y="2"/>
                    </a:cubicBezTo>
                    <a:cubicBezTo>
                      <a:pt x="0" y="285"/>
                      <a:pt x="0" y="567"/>
                      <a:pt x="0" y="850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4" name="Freeform 192"/>
              <p:cNvSpPr/>
              <p:nvPr/>
            </p:nvSpPr>
            <p:spPr bwMode="auto">
              <a:xfrm flipV="1">
                <a:off x="2616" y="3493"/>
                <a:ext cx="254" cy="132"/>
              </a:xfrm>
              <a:custGeom>
                <a:avLst/>
                <a:gdLst>
                  <a:gd name="T0" fmla="*/ 20 w 1117"/>
                  <a:gd name="T1" fmla="*/ 568 h 583"/>
                  <a:gd name="T2" fmla="*/ 622 w 1117"/>
                  <a:gd name="T3" fmla="*/ 556 h 583"/>
                  <a:gd name="T4" fmla="*/ 1117 w 1117"/>
                  <a:gd name="T5" fmla="*/ 4 h 583"/>
                  <a:gd name="T6" fmla="*/ 52 w 1117"/>
                  <a:gd name="T7" fmla="*/ 7 h 583"/>
                  <a:gd name="T8" fmla="*/ 0 w 1117"/>
                  <a:gd name="T9" fmla="*/ 135 h 583"/>
                  <a:gd name="T10" fmla="*/ 20 w 1117"/>
                  <a:gd name="T11" fmla="*/ 568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17" h="583">
                    <a:moveTo>
                      <a:pt x="20" y="568"/>
                    </a:moveTo>
                    <a:cubicBezTo>
                      <a:pt x="220" y="562"/>
                      <a:pt x="422" y="583"/>
                      <a:pt x="622" y="556"/>
                    </a:cubicBezTo>
                    <a:cubicBezTo>
                      <a:pt x="889" y="511"/>
                      <a:pt x="1085" y="267"/>
                      <a:pt x="1117" y="4"/>
                    </a:cubicBezTo>
                    <a:cubicBezTo>
                      <a:pt x="762" y="6"/>
                      <a:pt x="407" y="0"/>
                      <a:pt x="52" y="7"/>
                    </a:cubicBezTo>
                    <a:cubicBezTo>
                      <a:pt x="34" y="50"/>
                      <a:pt x="14" y="91"/>
                      <a:pt x="0" y="135"/>
                    </a:cubicBezTo>
                    <a:cubicBezTo>
                      <a:pt x="9" y="280"/>
                      <a:pt x="20" y="424"/>
                      <a:pt x="20" y="568"/>
                    </a:cubicBezTo>
                  </a:path>
                </a:pathLst>
              </a:custGeom>
              <a:solidFill>
                <a:srgbClr val="EAF6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0" name="Group 210"/>
            <p:cNvGrpSpPr/>
            <p:nvPr/>
          </p:nvGrpSpPr>
          <p:grpSpPr bwMode="auto">
            <a:xfrm>
              <a:off x="2794001" y="3306763"/>
              <a:ext cx="7464425" cy="4202113"/>
              <a:chOff x="1760" y="2083"/>
              <a:chExt cx="4702" cy="2647"/>
            </a:xfrm>
          </p:grpSpPr>
          <p:sp>
            <p:nvSpPr>
              <p:cNvPr id="92" name="Freeform 196"/>
              <p:cNvSpPr>
                <a:spLocks noEditPoints="1"/>
              </p:cNvSpPr>
              <p:nvPr/>
            </p:nvSpPr>
            <p:spPr bwMode="auto">
              <a:xfrm flipV="1">
                <a:off x="1760" y="2083"/>
                <a:ext cx="4702" cy="2647"/>
              </a:xfrm>
              <a:custGeom>
                <a:avLst/>
                <a:gdLst>
                  <a:gd name="T0" fmla="*/ 14476 w 20712"/>
                  <a:gd name="T1" fmla="*/ 11429 h 11654"/>
                  <a:gd name="T2" fmla="*/ 14726 w 20712"/>
                  <a:gd name="T3" fmla="*/ 5749 h 11654"/>
                  <a:gd name="T4" fmla="*/ 14892 w 20712"/>
                  <a:gd name="T5" fmla="*/ 3668 h 11654"/>
                  <a:gd name="T6" fmla="*/ 15433 w 20712"/>
                  <a:gd name="T7" fmla="*/ 5285 h 11654"/>
                  <a:gd name="T8" fmla="*/ 15843 w 20712"/>
                  <a:gd name="T9" fmla="*/ 7410 h 11654"/>
                  <a:gd name="T10" fmla="*/ 16948 w 20712"/>
                  <a:gd name="T11" fmla="*/ 8537 h 11654"/>
                  <a:gd name="T12" fmla="*/ 18290 w 20712"/>
                  <a:gd name="T13" fmla="*/ 7022 h 11654"/>
                  <a:gd name="T14" fmla="*/ 19193 w 20712"/>
                  <a:gd name="T15" fmla="*/ 4458 h 11654"/>
                  <a:gd name="T16" fmla="*/ 18882 w 20712"/>
                  <a:gd name="T17" fmla="*/ 2892 h 11654"/>
                  <a:gd name="T18" fmla="*/ 18476 w 20712"/>
                  <a:gd name="T19" fmla="*/ 1655 h 11654"/>
                  <a:gd name="T20" fmla="*/ 17633 w 20712"/>
                  <a:gd name="T21" fmla="*/ 1890 h 11654"/>
                  <a:gd name="T22" fmla="*/ 2713 w 20712"/>
                  <a:gd name="T23" fmla="*/ 794 h 11654"/>
                  <a:gd name="T24" fmla="*/ 1952 w 20712"/>
                  <a:gd name="T25" fmla="*/ 0 h 11654"/>
                  <a:gd name="T26" fmla="*/ 189 w 20712"/>
                  <a:gd name="T27" fmla="*/ 3669 h 11654"/>
                  <a:gd name="T28" fmla="*/ 1337 w 20712"/>
                  <a:gd name="T29" fmla="*/ 5871 h 11654"/>
                  <a:gd name="T30" fmla="*/ 4420 w 20712"/>
                  <a:gd name="T31" fmla="*/ 9878 h 11654"/>
                  <a:gd name="T32" fmla="*/ 6399 w 20712"/>
                  <a:gd name="T33" fmla="*/ 11502 h 11654"/>
                  <a:gd name="T34" fmla="*/ 6259 w 20712"/>
                  <a:gd name="T35" fmla="*/ 7263 h 11654"/>
                  <a:gd name="T36" fmla="*/ 6264 w 20712"/>
                  <a:gd name="T37" fmla="*/ 10870 h 11654"/>
                  <a:gd name="T38" fmla="*/ 4149 w 20712"/>
                  <a:gd name="T39" fmla="*/ 9381 h 11654"/>
                  <a:gd name="T40" fmla="*/ 5067 w 20712"/>
                  <a:gd name="T41" fmla="*/ 9791 h 11654"/>
                  <a:gd name="T42" fmla="*/ 5789 w 20712"/>
                  <a:gd name="T43" fmla="*/ 9452 h 11654"/>
                  <a:gd name="T44" fmla="*/ 5188 w 20712"/>
                  <a:gd name="T45" fmla="*/ 9596 h 11654"/>
                  <a:gd name="T46" fmla="*/ 6886 w 20712"/>
                  <a:gd name="T47" fmla="*/ 8890 h 11654"/>
                  <a:gd name="T48" fmla="*/ 5145 w 20712"/>
                  <a:gd name="T49" fmla="*/ 9335 h 11654"/>
                  <a:gd name="T50" fmla="*/ 4501 w 20712"/>
                  <a:gd name="T51" fmla="*/ 8943 h 11654"/>
                  <a:gd name="T52" fmla="*/ 2883 w 20712"/>
                  <a:gd name="T53" fmla="*/ 7376 h 11654"/>
                  <a:gd name="T54" fmla="*/ 16107 w 20712"/>
                  <a:gd name="T55" fmla="*/ 8254 h 11654"/>
                  <a:gd name="T56" fmla="*/ 16140 w 20712"/>
                  <a:gd name="T57" fmla="*/ 8325 h 11654"/>
                  <a:gd name="T58" fmla="*/ 3053 w 20712"/>
                  <a:gd name="T59" fmla="*/ 7087 h 11654"/>
                  <a:gd name="T60" fmla="*/ 5197 w 20712"/>
                  <a:gd name="T61" fmla="*/ 3669 h 11654"/>
                  <a:gd name="T62" fmla="*/ 6051 w 20712"/>
                  <a:gd name="T63" fmla="*/ 5712 h 11654"/>
                  <a:gd name="T64" fmla="*/ 3053 w 20712"/>
                  <a:gd name="T65" fmla="*/ 7087 h 11654"/>
                  <a:gd name="T66" fmla="*/ 17640 w 20712"/>
                  <a:gd name="T67" fmla="*/ 8043 h 11654"/>
                  <a:gd name="T68" fmla="*/ 18002 w 20712"/>
                  <a:gd name="T69" fmla="*/ 7196 h 11654"/>
                  <a:gd name="T70" fmla="*/ 2585 w 20712"/>
                  <a:gd name="T71" fmla="*/ 6655 h 11654"/>
                  <a:gd name="T72" fmla="*/ 17922 w 20712"/>
                  <a:gd name="T73" fmla="*/ 5926 h 11654"/>
                  <a:gd name="T74" fmla="*/ 2421 w 20712"/>
                  <a:gd name="T75" fmla="*/ 5644 h 11654"/>
                  <a:gd name="T76" fmla="*/ 2867 w 20712"/>
                  <a:gd name="T77" fmla="*/ 4515 h 11654"/>
                  <a:gd name="T78" fmla="*/ 6498 w 20712"/>
                  <a:gd name="T79" fmla="*/ 5282 h 11654"/>
                  <a:gd name="T80" fmla="*/ 6258 w 20712"/>
                  <a:gd name="T81" fmla="*/ 6420 h 11654"/>
                  <a:gd name="T82" fmla="*/ 17175 w 20712"/>
                  <a:gd name="T83" fmla="*/ 5714 h 11654"/>
                  <a:gd name="T84" fmla="*/ 4418 w 20712"/>
                  <a:gd name="T85" fmla="*/ 4244 h 11654"/>
                  <a:gd name="T86" fmla="*/ 15783 w 20712"/>
                  <a:gd name="T87" fmla="*/ 4656 h 11654"/>
                  <a:gd name="T88" fmla="*/ 9479 w 20712"/>
                  <a:gd name="T89" fmla="*/ 4779 h 11654"/>
                  <a:gd name="T90" fmla="*/ 12469 w 20712"/>
                  <a:gd name="T91" fmla="*/ 3880 h 11654"/>
                  <a:gd name="T92" fmla="*/ 15323 w 20712"/>
                  <a:gd name="T93" fmla="*/ 4124 h 11654"/>
                  <a:gd name="T94" fmla="*/ 18747 w 20712"/>
                  <a:gd name="T95" fmla="*/ 3808 h 11654"/>
                  <a:gd name="T96" fmla="*/ 14982 w 20712"/>
                  <a:gd name="T97" fmla="*/ 3950 h 11654"/>
                  <a:gd name="T98" fmla="*/ 3091 w 20712"/>
                  <a:gd name="T99" fmla="*/ 4303 h 11654"/>
                  <a:gd name="T100" fmla="*/ 4452 w 20712"/>
                  <a:gd name="T101" fmla="*/ 3917 h 11654"/>
                  <a:gd name="T102" fmla="*/ 15995 w 20712"/>
                  <a:gd name="T103" fmla="*/ 3545 h 11654"/>
                  <a:gd name="T104" fmla="*/ 20440 w 20712"/>
                  <a:gd name="T105" fmla="*/ 3409 h 11654"/>
                  <a:gd name="T106" fmla="*/ 15434 w 20712"/>
                  <a:gd name="T107" fmla="*/ 3265 h 11654"/>
                  <a:gd name="T108" fmla="*/ 2754 w 20712"/>
                  <a:gd name="T109" fmla="*/ 2116 h 11654"/>
                  <a:gd name="T110" fmla="*/ 17653 w 20712"/>
                  <a:gd name="T111" fmla="*/ 2116 h 11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0712" h="11654">
                    <a:moveTo>
                      <a:pt x="6399" y="11502"/>
                    </a:moveTo>
                    <a:cubicBezTo>
                      <a:pt x="6559" y="11619"/>
                      <a:pt x="6760" y="11654"/>
                      <a:pt x="6955" y="11644"/>
                    </a:cubicBezTo>
                    <a:cubicBezTo>
                      <a:pt x="8429" y="11638"/>
                      <a:pt x="9903" y="11643"/>
                      <a:pt x="11377" y="11641"/>
                    </a:cubicBezTo>
                    <a:cubicBezTo>
                      <a:pt x="11951" y="11641"/>
                      <a:pt x="12525" y="11641"/>
                      <a:pt x="13099" y="11641"/>
                    </a:cubicBezTo>
                    <a:cubicBezTo>
                      <a:pt x="13217" y="11641"/>
                      <a:pt x="13336" y="11641"/>
                      <a:pt x="13455" y="11641"/>
                    </a:cubicBezTo>
                    <a:cubicBezTo>
                      <a:pt x="13633" y="11639"/>
                      <a:pt x="13811" y="11645"/>
                      <a:pt x="13989" y="11640"/>
                    </a:cubicBezTo>
                    <a:cubicBezTo>
                      <a:pt x="14171" y="11634"/>
                      <a:pt x="14340" y="11545"/>
                      <a:pt x="14476" y="11429"/>
                    </a:cubicBezTo>
                    <a:cubicBezTo>
                      <a:pt x="14521" y="11381"/>
                      <a:pt x="14563" y="11331"/>
                      <a:pt x="14601" y="11277"/>
                    </a:cubicBezTo>
                    <a:cubicBezTo>
                      <a:pt x="14772" y="11031"/>
                      <a:pt x="14718" y="10722"/>
                      <a:pt x="14725" y="10441"/>
                    </a:cubicBezTo>
                    <a:cubicBezTo>
                      <a:pt x="14725" y="10043"/>
                      <a:pt x="14725" y="9645"/>
                      <a:pt x="14725" y="9246"/>
                    </a:cubicBezTo>
                    <a:cubicBezTo>
                      <a:pt x="14725" y="8962"/>
                      <a:pt x="14725" y="8678"/>
                      <a:pt x="14725" y="8393"/>
                    </a:cubicBezTo>
                    <a:cubicBezTo>
                      <a:pt x="14725" y="8348"/>
                      <a:pt x="14725" y="8302"/>
                      <a:pt x="14725" y="8256"/>
                    </a:cubicBezTo>
                    <a:cubicBezTo>
                      <a:pt x="14725" y="7973"/>
                      <a:pt x="14725" y="7691"/>
                      <a:pt x="14725" y="7408"/>
                    </a:cubicBezTo>
                    <a:cubicBezTo>
                      <a:pt x="14725" y="6855"/>
                      <a:pt x="14724" y="6302"/>
                      <a:pt x="14726" y="5749"/>
                    </a:cubicBezTo>
                    <a:cubicBezTo>
                      <a:pt x="14730" y="5611"/>
                      <a:pt x="14692" y="5475"/>
                      <a:pt x="14628" y="5354"/>
                    </a:cubicBezTo>
                    <a:cubicBezTo>
                      <a:pt x="14486" y="5101"/>
                      <a:pt x="14206" y="4937"/>
                      <a:pt x="13916" y="4940"/>
                    </a:cubicBezTo>
                    <a:cubicBezTo>
                      <a:pt x="13117" y="4935"/>
                      <a:pt x="12319" y="4942"/>
                      <a:pt x="11521" y="4936"/>
                    </a:cubicBezTo>
                    <a:cubicBezTo>
                      <a:pt x="11569" y="4635"/>
                      <a:pt x="11749" y="4352"/>
                      <a:pt x="12024" y="4210"/>
                    </a:cubicBezTo>
                    <a:cubicBezTo>
                      <a:pt x="12188" y="4113"/>
                      <a:pt x="12382" y="4104"/>
                      <a:pt x="12566" y="4083"/>
                    </a:cubicBezTo>
                    <a:cubicBezTo>
                      <a:pt x="12759" y="4051"/>
                      <a:pt x="12871" y="3853"/>
                      <a:pt x="12863" y="3668"/>
                    </a:cubicBezTo>
                    <a:cubicBezTo>
                      <a:pt x="13539" y="3668"/>
                      <a:pt x="14216" y="3669"/>
                      <a:pt x="14892" y="3668"/>
                    </a:cubicBezTo>
                    <a:cubicBezTo>
                      <a:pt x="14876" y="3694"/>
                      <a:pt x="14860" y="3720"/>
                      <a:pt x="14845" y="3746"/>
                    </a:cubicBezTo>
                    <a:cubicBezTo>
                      <a:pt x="14678" y="4009"/>
                      <a:pt x="14763" y="4386"/>
                      <a:pt x="15021" y="4558"/>
                    </a:cubicBezTo>
                    <a:cubicBezTo>
                      <a:pt x="15184" y="4667"/>
                      <a:pt x="15384" y="4662"/>
                      <a:pt x="15572" y="4657"/>
                    </a:cubicBezTo>
                    <a:cubicBezTo>
                      <a:pt x="15572" y="4674"/>
                      <a:pt x="15572" y="4709"/>
                      <a:pt x="15572" y="4726"/>
                    </a:cubicBezTo>
                    <a:cubicBezTo>
                      <a:pt x="15571" y="4841"/>
                      <a:pt x="15572" y="4957"/>
                      <a:pt x="15572" y="5072"/>
                    </a:cubicBezTo>
                    <a:cubicBezTo>
                      <a:pt x="15517" y="5078"/>
                      <a:pt x="15462" y="5080"/>
                      <a:pt x="15409" y="5093"/>
                    </a:cubicBezTo>
                    <a:cubicBezTo>
                      <a:pt x="15331" y="5133"/>
                      <a:pt x="15344" y="5271"/>
                      <a:pt x="15433" y="5285"/>
                    </a:cubicBezTo>
                    <a:cubicBezTo>
                      <a:pt x="15664" y="5302"/>
                      <a:pt x="15897" y="5286"/>
                      <a:pt x="16128" y="5291"/>
                    </a:cubicBezTo>
                    <a:cubicBezTo>
                      <a:pt x="16116" y="5387"/>
                      <a:pt x="16104" y="5483"/>
                      <a:pt x="16090" y="5579"/>
                    </a:cubicBezTo>
                    <a:cubicBezTo>
                      <a:pt x="16084" y="5616"/>
                      <a:pt x="16078" y="5653"/>
                      <a:pt x="16072" y="5690"/>
                    </a:cubicBezTo>
                    <a:cubicBezTo>
                      <a:pt x="16033" y="5727"/>
                      <a:pt x="15969" y="5753"/>
                      <a:pt x="15969" y="5816"/>
                    </a:cubicBezTo>
                    <a:cubicBezTo>
                      <a:pt x="15910" y="6224"/>
                      <a:pt x="15854" y="6632"/>
                      <a:pt x="15798" y="7041"/>
                    </a:cubicBezTo>
                    <a:cubicBezTo>
                      <a:pt x="15784" y="7107"/>
                      <a:pt x="15834" y="7160"/>
                      <a:pt x="15866" y="7212"/>
                    </a:cubicBezTo>
                    <a:cubicBezTo>
                      <a:pt x="15859" y="7278"/>
                      <a:pt x="15851" y="7344"/>
                      <a:pt x="15843" y="7410"/>
                    </a:cubicBezTo>
                    <a:cubicBezTo>
                      <a:pt x="15830" y="7500"/>
                      <a:pt x="15818" y="7590"/>
                      <a:pt x="15808" y="7680"/>
                    </a:cubicBezTo>
                    <a:cubicBezTo>
                      <a:pt x="15733" y="7696"/>
                      <a:pt x="15609" y="7686"/>
                      <a:pt x="15611" y="7793"/>
                    </a:cubicBezTo>
                    <a:cubicBezTo>
                      <a:pt x="15609" y="7943"/>
                      <a:pt x="15566" y="8123"/>
                      <a:pt x="15684" y="8242"/>
                    </a:cubicBezTo>
                    <a:cubicBezTo>
                      <a:pt x="15747" y="8248"/>
                      <a:pt x="15810" y="8257"/>
                      <a:pt x="15874" y="8263"/>
                    </a:cubicBezTo>
                    <a:cubicBezTo>
                      <a:pt x="15893" y="8306"/>
                      <a:pt x="15911" y="8348"/>
                      <a:pt x="15932" y="8391"/>
                    </a:cubicBezTo>
                    <a:cubicBezTo>
                      <a:pt x="15966" y="8443"/>
                      <a:pt x="15984" y="8535"/>
                      <a:pt x="16061" y="8534"/>
                    </a:cubicBezTo>
                    <a:cubicBezTo>
                      <a:pt x="16356" y="8543"/>
                      <a:pt x="16652" y="8533"/>
                      <a:pt x="16948" y="8537"/>
                    </a:cubicBezTo>
                    <a:cubicBezTo>
                      <a:pt x="17332" y="8529"/>
                      <a:pt x="17719" y="8552"/>
                      <a:pt x="18102" y="8526"/>
                    </a:cubicBezTo>
                    <a:cubicBezTo>
                      <a:pt x="18176" y="8455"/>
                      <a:pt x="18206" y="8351"/>
                      <a:pt x="18255" y="8263"/>
                    </a:cubicBezTo>
                    <a:cubicBezTo>
                      <a:pt x="18343" y="8253"/>
                      <a:pt x="18462" y="8246"/>
                      <a:pt x="18489" y="8142"/>
                    </a:cubicBezTo>
                    <a:cubicBezTo>
                      <a:pt x="18503" y="8003"/>
                      <a:pt x="18523" y="7851"/>
                      <a:pt x="18470" y="7719"/>
                    </a:cubicBezTo>
                    <a:cubicBezTo>
                      <a:pt x="18412" y="7691"/>
                      <a:pt x="18346" y="7691"/>
                      <a:pt x="18285" y="7681"/>
                    </a:cubicBezTo>
                    <a:cubicBezTo>
                      <a:pt x="18263" y="7523"/>
                      <a:pt x="18240" y="7365"/>
                      <a:pt x="18222" y="7206"/>
                    </a:cubicBezTo>
                    <a:cubicBezTo>
                      <a:pt x="18265" y="7154"/>
                      <a:pt x="18312" y="7094"/>
                      <a:pt x="18290" y="7022"/>
                    </a:cubicBezTo>
                    <a:cubicBezTo>
                      <a:pt x="18235" y="6623"/>
                      <a:pt x="18181" y="6224"/>
                      <a:pt x="18123" y="5826"/>
                    </a:cubicBezTo>
                    <a:cubicBezTo>
                      <a:pt x="18121" y="5760"/>
                      <a:pt x="18061" y="5728"/>
                      <a:pt x="18016" y="5691"/>
                    </a:cubicBezTo>
                    <a:cubicBezTo>
                      <a:pt x="17997" y="5559"/>
                      <a:pt x="17980" y="5426"/>
                      <a:pt x="17961" y="5293"/>
                    </a:cubicBezTo>
                    <a:cubicBezTo>
                      <a:pt x="18121" y="5293"/>
                      <a:pt x="18304" y="5307"/>
                      <a:pt x="18430" y="5187"/>
                    </a:cubicBezTo>
                    <a:cubicBezTo>
                      <a:pt x="18585" y="5058"/>
                      <a:pt x="18597" y="4834"/>
                      <a:pt x="18528" y="4656"/>
                    </a:cubicBezTo>
                    <a:cubicBezTo>
                      <a:pt x="18741" y="4651"/>
                      <a:pt x="18956" y="4667"/>
                      <a:pt x="19169" y="4650"/>
                    </a:cubicBezTo>
                    <a:cubicBezTo>
                      <a:pt x="19256" y="4633"/>
                      <a:pt x="19267" y="4500"/>
                      <a:pt x="19193" y="4458"/>
                    </a:cubicBezTo>
                    <a:cubicBezTo>
                      <a:pt x="19117" y="4437"/>
                      <a:pt x="19036" y="4446"/>
                      <a:pt x="18958" y="4442"/>
                    </a:cubicBezTo>
                    <a:cubicBezTo>
                      <a:pt x="18958" y="4184"/>
                      <a:pt x="18958" y="3926"/>
                      <a:pt x="18958" y="3668"/>
                    </a:cubicBezTo>
                    <a:cubicBezTo>
                      <a:pt x="19464" y="3669"/>
                      <a:pt x="19970" y="3667"/>
                      <a:pt x="20475" y="3669"/>
                    </a:cubicBezTo>
                    <a:cubicBezTo>
                      <a:pt x="20536" y="3667"/>
                      <a:pt x="20603" y="3673"/>
                      <a:pt x="20657" y="3639"/>
                    </a:cubicBezTo>
                    <a:cubicBezTo>
                      <a:pt x="20712" y="3551"/>
                      <a:pt x="20681" y="3440"/>
                      <a:pt x="20654" y="3348"/>
                    </a:cubicBezTo>
                    <a:cubicBezTo>
                      <a:pt x="20568" y="3080"/>
                      <a:pt x="20298" y="2884"/>
                      <a:pt x="20016" y="2892"/>
                    </a:cubicBezTo>
                    <a:cubicBezTo>
                      <a:pt x="19638" y="2891"/>
                      <a:pt x="19260" y="2893"/>
                      <a:pt x="18882" y="2892"/>
                    </a:cubicBezTo>
                    <a:cubicBezTo>
                      <a:pt x="18862" y="2626"/>
                      <a:pt x="18843" y="2359"/>
                      <a:pt x="18826" y="2092"/>
                    </a:cubicBezTo>
                    <a:cubicBezTo>
                      <a:pt x="18817" y="2039"/>
                      <a:pt x="18822" y="1978"/>
                      <a:pt x="18789" y="1933"/>
                    </a:cubicBezTo>
                    <a:cubicBezTo>
                      <a:pt x="18747" y="1915"/>
                      <a:pt x="18704" y="1900"/>
                      <a:pt x="18660" y="1889"/>
                    </a:cubicBezTo>
                    <a:cubicBezTo>
                      <a:pt x="18750" y="1259"/>
                      <a:pt x="18844" y="630"/>
                      <a:pt x="18928" y="0"/>
                    </a:cubicBezTo>
                    <a:lnTo>
                      <a:pt x="18717" y="0"/>
                    </a:lnTo>
                    <a:cubicBezTo>
                      <a:pt x="18674" y="245"/>
                      <a:pt x="18646" y="493"/>
                      <a:pt x="18608" y="739"/>
                    </a:cubicBezTo>
                    <a:cubicBezTo>
                      <a:pt x="18563" y="1044"/>
                      <a:pt x="18521" y="1350"/>
                      <a:pt x="18476" y="1655"/>
                    </a:cubicBezTo>
                    <a:cubicBezTo>
                      <a:pt x="18464" y="1738"/>
                      <a:pt x="18453" y="1821"/>
                      <a:pt x="18441" y="1904"/>
                    </a:cubicBezTo>
                    <a:cubicBezTo>
                      <a:pt x="18243" y="1905"/>
                      <a:pt x="18046" y="1905"/>
                      <a:pt x="17848" y="1905"/>
                    </a:cubicBezTo>
                    <a:cubicBezTo>
                      <a:pt x="17860" y="1821"/>
                      <a:pt x="17872" y="1738"/>
                      <a:pt x="17884" y="1654"/>
                    </a:cubicBezTo>
                    <a:cubicBezTo>
                      <a:pt x="17925" y="1359"/>
                      <a:pt x="17970" y="1064"/>
                      <a:pt x="18010" y="768"/>
                    </a:cubicBezTo>
                    <a:cubicBezTo>
                      <a:pt x="18029" y="691"/>
                      <a:pt x="17998" y="583"/>
                      <a:pt x="17899" y="599"/>
                    </a:cubicBezTo>
                    <a:cubicBezTo>
                      <a:pt x="17809" y="596"/>
                      <a:pt x="17804" y="703"/>
                      <a:pt x="17792" y="767"/>
                    </a:cubicBezTo>
                    <a:cubicBezTo>
                      <a:pt x="17740" y="1141"/>
                      <a:pt x="17685" y="1515"/>
                      <a:pt x="17633" y="1890"/>
                    </a:cubicBezTo>
                    <a:cubicBezTo>
                      <a:pt x="17579" y="1911"/>
                      <a:pt x="17504" y="1911"/>
                      <a:pt x="17482" y="1974"/>
                    </a:cubicBezTo>
                    <a:cubicBezTo>
                      <a:pt x="17334" y="2278"/>
                      <a:pt x="17198" y="2587"/>
                      <a:pt x="17053" y="2892"/>
                    </a:cubicBezTo>
                    <a:cubicBezTo>
                      <a:pt x="12573" y="2892"/>
                      <a:pt x="8093" y="2892"/>
                      <a:pt x="3613" y="2892"/>
                    </a:cubicBezTo>
                    <a:cubicBezTo>
                      <a:pt x="3468" y="2588"/>
                      <a:pt x="3332" y="2280"/>
                      <a:pt x="3185" y="1977"/>
                    </a:cubicBezTo>
                    <a:cubicBezTo>
                      <a:pt x="3163" y="1912"/>
                      <a:pt x="3088" y="1909"/>
                      <a:pt x="3033" y="1889"/>
                    </a:cubicBezTo>
                    <a:cubicBezTo>
                      <a:pt x="2981" y="1547"/>
                      <a:pt x="2941" y="1203"/>
                      <a:pt x="2884" y="862"/>
                    </a:cubicBezTo>
                    <a:cubicBezTo>
                      <a:pt x="2875" y="783"/>
                      <a:pt x="2776" y="753"/>
                      <a:pt x="2713" y="794"/>
                    </a:cubicBezTo>
                    <a:cubicBezTo>
                      <a:pt x="2652" y="855"/>
                      <a:pt x="2687" y="945"/>
                      <a:pt x="2691" y="1020"/>
                    </a:cubicBezTo>
                    <a:cubicBezTo>
                      <a:pt x="2723" y="1244"/>
                      <a:pt x="2756" y="1467"/>
                      <a:pt x="2787" y="1691"/>
                    </a:cubicBezTo>
                    <a:cubicBezTo>
                      <a:pt x="2797" y="1762"/>
                      <a:pt x="2808" y="1833"/>
                      <a:pt x="2818" y="1905"/>
                    </a:cubicBezTo>
                    <a:cubicBezTo>
                      <a:pt x="2620" y="1905"/>
                      <a:pt x="2423" y="1905"/>
                      <a:pt x="2225" y="1905"/>
                    </a:cubicBezTo>
                    <a:cubicBezTo>
                      <a:pt x="2215" y="1835"/>
                      <a:pt x="2205" y="1764"/>
                      <a:pt x="2195" y="1694"/>
                    </a:cubicBezTo>
                    <a:cubicBezTo>
                      <a:pt x="2160" y="1450"/>
                      <a:pt x="2126" y="1205"/>
                      <a:pt x="2089" y="960"/>
                    </a:cubicBezTo>
                    <a:cubicBezTo>
                      <a:pt x="2043" y="640"/>
                      <a:pt x="1998" y="320"/>
                      <a:pt x="1952" y="0"/>
                    </a:cubicBezTo>
                    <a:lnTo>
                      <a:pt x="1737" y="0"/>
                    </a:lnTo>
                    <a:cubicBezTo>
                      <a:pt x="1823" y="630"/>
                      <a:pt x="1915" y="1259"/>
                      <a:pt x="2006" y="1889"/>
                    </a:cubicBezTo>
                    <a:cubicBezTo>
                      <a:pt x="1943" y="1910"/>
                      <a:pt x="1844" y="1916"/>
                      <a:pt x="1850" y="2007"/>
                    </a:cubicBezTo>
                    <a:cubicBezTo>
                      <a:pt x="1820" y="2301"/>
                      <a:pt x="1809" y="2597"/>
                      <a:pt x="1784" y="2892"/>
                    </a:cubicBezTo>
                    <a:cubicBezTo>
                      <a:pt x="1405" y="2894"/>
                      <a:pt x="1026" y="2889"/>
                      <a:pt x="648" y="2894"/>
                    </a:cubicBezTo>
                    <a:cubicBezTo>
                      <a:pt x="304" y="2899"/>
                      <a:pt x="0" y="3217"/>
                      <a:pt x="15" y="3562"/>
                    </a:cubicBezTo>
                    <a:cubicBezTo>
                      <a:pt x="13" y="3657"/>
                      <a:pt x="116" y="3673"/>
                      <a:pt x="189" y="3669"/>
                    </a:cubicBezTo>
                    <a:cubicBezTo>
                      <a:pt x="649" y="3669"/>
                      <a:pt x="1108" y="3668"/>
                      <a:pt x="1567" y="3669"/>
                    </a:cubicBezTo>
                    <a:cubicBezTo>
                      <a:pt x="1611" y="3807"/>
                      <a:pt x="1677" y="3949"/>
                      <a:pt x="1803" y="4030"/>
                    </a:cubicBezTo>
                    <a:cubicBezTo>
                      <a:pt x="1923" y="4119"/>
                      <a:pt x="2076" y="4128"/>
                      <a:pt x="2219" y="4134"/>
                    </a:cubicBezTo>
                    <a:cubicBezTo>
                      <a:pt x="2311" y="4309"/>
                      <a:pt x="2470" y="4434"/>
                      <a:pt x="2654" y="4501"/>
                    </a:cubicBezTo>
                    <a:cubicBezTo>
                      <a:pt x="2586" y="4811"/>
                      <a:pt x="2529" y="5123"/>
                      <a:pt x="2461" y="5434"/>
                    </a:cubicBezTo>
                    <a:cubicBezTo>
                      <a:pt x="2315" y="5433"/>
                      <a:pt x="2170" y="5428"/>
                      <a:pt x="2025" y="5433"/>
                    </a:cubicBezTo>
                    <a:cubicBezTo>
                      <a:pt x="1738" y="5439"/>
                      <a:pt x="1465" y="5615"/>
                      <a:pt x="1337" y="5871"/>
                    </a:cubicBezTo>
                    <a:cubicBezTo>
                      <a:pt x="1193" y="6145"/>
                      <a:pt x="1225" y="6501"/>
                      <a:pt x="1418" y="6743"/>
                    </a:cubicBezTo>
                    <a:cubicBezTo>
                      <a:pt x="1553" y="6926"/>
                      <a:pt x="1771" y="7027"/>
                      <a:pt x="1991" y="7060"/>
                    </a:cubicBezTo>
                    <a:cubicBezTo>
                      <a:pt x="2015" y="7129"/>
                      <a:pt x="2040" y="7197"/>
                      <a:pt x="2066" y="7265"/>
                    </a:cubicBezTo>
                    <a:cubicBezTo>
                      <a:pt x="1805" y="7715"/>
                      <a:pt x="1738" y="8273"/>
                      <a:pt x="1899" y="8768"/>
                    </a:cubicBezTo>
                    <a:cubicBezTo>
                      <a:pt x="2058" y="9276"/>
                      <a:pt x="2454" y="9700"/>
                      <a:pt x="2945" y="9903"/>
                    </a:cubicBezTo>
                    <a:cubicBezTo>
                      <a:pt x="3401" y="10092"/>
                      <a:pt x="3930" y="10084"/>
                      <a:pt x="4383" y="9891"/>
                    </a:cubicBezTo>
                    <a:cubicBezTo>
                      <a:pt x="4392" y="9888"/>
                      <a:pt x="4411" y="9881"/>
                      <a:pt x="4420" y="9878"/>
                    </a:cubicBezTo>
                    <a:cubicBezTo>
                      <a:pt x="4465" y="9902"/>
                      <a:pt x="4509" y="9929"/>
                      <a:pt x="4554" y="9954"/>
                    </a:cubicBezTo>
                    <a:cubicBezTo>
                      <a:pt x="4765" y="10060"/>
                      <a:pt x="5027" y="10055"/>
                      <a:pt x="5234" y="9944"/>
                    </a:cubicBezTo>
                    <a:cubicBezTo>
                      <a:pt x="5343" y="9887"/>
                      <a:pt x="5426" y="9795"/>
                      <a:pt x="5516" y="9714"/>
                    </a:cubicBezTo>
                    <a:cubicBezTo>
                      <a:pt x="5661" y="9850"/>
                      <a:pt x="5848" y="9929"/>
                      <a:pt x="6047" y="9939"/>
                    </a:cubicBezTo>
                    <a:cubicBezTo>
                      <a:pt x="6047" y="10082"/>
                      <a:pt x="6047" y="10226"/>
                      <a:pt x="6047" y="10370"/>
                    </a:cubicBezTo>
                    <a:cubicBezTo>
                      <a:pt x="6048" y="10535"/>
                      <a:pt x="6043" y="10700"/>
                      <a:pt x="6049" y="10865"/>
                    </a:cubicBezTo>
                    <a:cubicBezTo>
                      <a:pt x="6059" y="11116"/>
                      <a:pt x="6189" y="11362"/>
                      <a:pt x="6399" y="11502"/>
                    </a:cubicBezTo>
                    <a:moveTo>
                      <a:pt x="6264" y="10870"/>
                    </a:moveTo>
                    <a:cubicBezTo>
                      <a:pt x="6251" y="10545"/>
                      <a:pt x="6262" y="10219"/>
                      <a:pt x="6258" y="9893"/>
                    </a:cubicBezTo>
                    <a:cubicBezTo>
                      <a:pt x="6559" y="9752"/>
                      <a:pt x="6863" y="9618"/>
                      <a:pt x="7162" y="9474"/>
                    </a:cubicBezTo>
                    <a:cubicBezTo>
                      <a:pt x="7361" y="9384"/>
                      <a:pt x="7394" y="9107"/>
                      <a:pt x="7258" y="8948"/>
                    </a:cubicBezTo>
                    <a:cubicBezTo>
                      <a:pt x="7086" y="8779"/>
                      <a:pt x="6916" y="8607"/>
                      <a:pt x="6746" y="8436"/>
                    </a:cubicBezTo>
                    <a:cubicBezTo>
                      <a:pt x="6859" y="8257"/>
                      <a:pt x="6918" y="8036"/>
                      <a:pt x="6864" y="7826"/>
                    </a:cubicBezTo>
                    <a:cubicBezTo>
                      <a:pt x="6801" y="7536"/>
                      <a:pt x="6547" y="7313"/>
                      <a:pt x="6259" y="7263"/>
                    </a:cubicBezTo>
                    <a:cubicBezTo>
                      <a:pt x="6258" y="7052"/>
                      <a:pt x="6258" y="6842"/>
                      <a:pt x="6258" y="6632"/>
                    </a:cubicBezTo>
                    <a:cubicBezTo>
                      <a:pt x="7909" y="6634"/>
                      <a:pt x="9560" y="6627"/>
                      <a:pt x="11211" y="6635"/>
                    </a:cubicBezTo>
                    <a:cubicBezTo>
                      <a:pt x="12311" y="6627"/>
                      <a:pt x="13412" y="6634"/>
                      <a:pt x="14513" y="6632"/>
                    </a:cubicBezTo>
                    <a:cubicBezTo>
                      <a:pt x="14514" y="8031"/>
                      <a:pt x="14513" y="9431"/>
                      <a:pt x="14514" y="10831"/>
                    </a:cubicBezTo>
                    <a:cubicBezTo>
                      <a:pt x="14527" y="11151"/>
                      <a:pt x="14233" y="11445"/>
                      <a:pt x="13913" y="11430"/>
                    </a:cubicBezTo>
                    <a:cubicBezTo>
                      <a:pt x="11561" y="11429"/>
                      <a:pt x="9210" y="11430"/>
                      <a:pt x="6858" y="11430"/>
                    </a:cubicBezTo>
                    <a:cubicBezTo>
                      <a:pt x="6553" y="11439"/>
                      <a:pt x="6279" y="11172"/>
                      <a:pt x="6264" y="10870"/>
                    </a:cubicBezTo>
                    <a:moveTo>
                      <a:pt x="2917" y="9654"/>
                    </a:moveTo>
                    <a:cubicBezTo>
                      <a:pt x="2474" y="9427"/>
                      <a:pt x="2143" y="8993"/>
                      <a:pt x="2054" y="8502"/>
                    </a:cubicBezTo>
                    <a:cubicBezTo>
                      <a:pt x="1979" y="8136"/>
                      <a:pt x="2052" y="7752"/>
                      <a:pt x="2223" y="7423"/>
                    </a:cubicBezTo>
                    <a:cubicBezTo>
                      <a:pt x="2346" y="7487"/>
                      <a:pt x="2483" y="7513"/>
                      <a:pt x="2622" y="7510"/>
                    </a:cubicBezTo>
                    <a:cubicBezTo>
                      <a:pt x="2983" y="7842"/>
                      <a:pt x="3349" y="8171"/>
                      <a:pt x="3710" y="8504"/>
                    </a:cubicBezTo>
                    <a:cubicBezTo>
                      <a:pt x="3880" y="8657"/>
                      <a:pt x="4050" y="8810"/>
                      <a:pt x="4217" y="8965"/>
                    </a:cubicBezTo>
                    <a:cubicBezTo>
                      <a:pt x="4163" y="9097"/>
                      <a:pt x="4140" y="9239"/>
                      <a:pt x="4149" y="9381"/>
                    </a:cubicBezTo>
                    <a:cubicBezTo>
                      <a:pt x="4159" y="9428"/>
                      <a:pt x="4169" y="9475"/>
                      <a:pt x="4179" y="9522"/>
                    </a:cubicBezTo>
                    <a:cubicBezTo>
                      <a:pt x="4206" y="9584"/>
                      <a:pt x="4235" y="9645"/>
                      <a:pt x="4265" y="9706"/>
                    </a:cubicBezTo>
                    <a:cubicBezTo>
                      <a:pt x="3835" y="9882"/>
                      <a:pt x="3333" y="9862"/>
                      <a:pt x="2917" y="9654"/>
                    </a:cubicBezTo>
                    <a:moveTo>
                      <a:pt x="4522" y="9676"/>
                    </a:moveTo>
                    <a:cubicBezTo>
                      <a:pt x="4384" y="9529"/>
                      <a:pt x="4329" y="9321"/>
                      <a:pt x="4386" y="9127"/>
                    </a:cubicBezTo>
                    <a:cubicBezTo>
                      <a:pt x="4559" y="9291"/>
                      <a:pt x="4730" y="9458"/>
                      <a:pt x="4902" y="9623"/>
                    </a:cubicBezTo>
                    <a:cubicBezTo>
                      <a:pt x="4958" y="9678"/>
                      <a:pt x="5013" y="9734"/>
                      <a:pt x="5067" y="9791"/>
                    </a:cubicBezTo>
                    <a:cubicBezTo>
                      <a:pt x="4877" y="9845"/>
                      <a:pt x="4672" y="9805"/>
                      <a:pt x="4522" y="9676"/>
                    </a:cubicBezTo>
                    <a:moveTo>
                      <a:pt x="5592" y="9463"/>
                    </a:moveTo>
                    <a:cubicBezTo>
                      <a:pt x="5321" y="9179"/>
                      <a:pt x="5032" y="8913"/>
                      <a:pt x="4766" y="8625"/>
                    </a:cubicBezTo>
                    <a:cubicBezTo>
                      <a:pt x="4679" y="8543"/>
                      <a:pt x="4584" y="8469"/>
                      <a:pt x="4511" y="8375"/>
                    </a:cubicBezTo>
                    <a:cubicBezTo>
                      <a:pt x="4446" y="8292"/>
                      <a:pt x="4436" y="8184"/>
                      <a:pt x="4417" y="8084"/>
                    </a:cubicBezTo>
                    <a:cubicBezTo>
                      <a:pt x="4547" y="8206"/>
                      <a:pt x="4669" y="8334"/>
                      <a:pt x="4795" y="8458"/>
                    </a:cubicBezTo>
                    <a:cubicBezTo>
                      <a:pt x="5127" y="8789"/>
                      <a:pt x="5458" y="9120"/>
                      <a:pt x="5789" y="9452"/>
                    </a:cubicBezTo>
                    <a:cubicBezTo>
                      <a:pt x="5880" y="9542"/>
                      <a:pt x="5971" y="9632"/>
                      <a:pt x="6059" y="9725"/>
                    </a:cubicBezTo>
                    <a:cubicBezTo>
                      <a:pt x="5867" y="9721"/>
                      <a:pt x="5706" y="9611"/>
                      <a:pt x="5592" y="9463"/>
                    </a:cubicBezTo>
                    <a:moveTo>
                      <a:pt x="5188" y="9596"/>
                    </a:moveTo>
                    <a:cubicBezTo>
                      <a:pt x="5222" y="9558"/>
                      <a:pt x="5256" y="9520"/>
                      <a:pt x="5290" y="9481"/>
                    </a:cubicBezTo>
                    <a:cubicBezTo>
                      <a:pt x="5316" y="9508"/>
                      <a:pt x="5342" y="9535"/>
                      <a:pt x="5368" y="9561"/>
                    </a:cubicBezTo>
                    <a:cubicBezTo>
                      <a:pt x="5329" y="9595"/>
                      <a:pt x="5290" y="9630"/>
                      <a:pt x="5251" y="9663"/>
                    </a:cubicBezTo>
                    <a:cubicBezTo>
                      <a:pt x="5230" y="9641"/>
                      <a:pt x="5209" y="9619"/>
                      <a:pt x="5188" y="9596"/>
                    </a:cubicBezTo>
                    <a:moveTo>
                      <a:pt x="6020" y="9368"/>
                    </a:moveTo>
                    <a:cubicBezTo>
                      <a:pt x="5641" y="8988"/>
                      <a:pt x="5262" y="8610"/>
                      <a:pt x="4883" y="8230"/>
                    </a:cubicBezTo>
                    <a:cubicBezTo>
                      <a:pt x="4758" y="8106"/>
                      <a:pt x="4636" y="7979"/>
                      <a:pt x="4507" y="7859"/>
                    </a:cubicBezTo>
                    <a:cubicBezTo>
                      <a:pt x="4611" y="7608"/>
                      <a:pt x="4729" y="7364"/>
                      <a:pt x="4841" y="7118"/>
                    </a:cubicBezTo>
                    <a:cubicBezTo>
                      <a:pt x="4867" y="7053"/>
                      <a:pt x="4942" y="6979"/>
                      <a:pt x="5011" y="7036"/>
                    </a:cubicBezTo>
                    <a:cubicBezTo>
                      <a:pt x="5141" y="7122"/>
                      <a:pt x="5236" y="7251"/>
                      <a:pt x="5350" y="7355"/>
                    </a:cubicBezTo>
                    <a:cubicBezTo>
                      <a:pt x="5862" y="7867"/>
                      <a:pt x="6373" y="8379"/>
                      <a:pt x="6886" y="8890"/>
                    </a:cubicBezTo>
                    <a:cubicBezTo>
                      <a:pt x="6981" y="8987"/>
                      <a:pt x="7094" y="9074"/>
                      <a:pt x="7142" y="9206"/>
                    </a:cubicBezTo>
                    <a:cubicBezTo>
                      <a:pt x="7099" y="9248"/>
                      <a:pt x="7055" y="9291"/>
                      <a:pt x="6999" y="9314"/>
                    </a:cubicBezTo>
                    <a:cubicBezTo>
                      <a:pt x="6764" y="9422"/>
                      <a:pt x="6528" y="9529"/>
                      <a:pt x="6293" y="9639"/>
                    </a:cubicBezTo>
                    <a:cubicBezTo>
                      <a:pt x="6201" y="9550"/>
                      <a:pt x="6110" y="9459"/>
                      <a:pt x="6020" y="9368"/>
                    </a:cubicBezTo>
                    <a:moveTo>
                      <a:pt x="4961" y="9375"/>
                    </a:moveTo>
                    <a:cubicBezTo>
                      <a:pt x="4996" y="9338"/>
                      <a:pt x="5032" y="9301"/>
                      <a:pt x="5067" y="9264"/>
                    </a:cubicBezTo>
                    <a:cubicBezTo>
                      <a:pt x="5087" y="9282"/>
                      <a:pt x="5126" y="9317"/>
                      <a:pt x="5145" y="9335"/>
                    </a:cubicBezTo>
                    <a:cubicBezTo>
                      <a:pt x="5106" y="9370"/>
                      <a:pt x="5066" y="9405"/>
                      <a:pt x="5027" y="9440"/>
                    </a:cubicBezTo>
                    <a:cubicBezTo>
                      <a:pt x="5005" y="9418"/>
                      <a:pt x="4983" y="9397"/>
                      <a:pt x="4961" y="9375"/>
                    </a:cubicBezTo>
                    <a:moveTo>
                      <a:pt x="4836" y="9037"/>
                    </a:moveTo>
                    <a:cubicBezTo>
                      <a:pt x="4863" y="9062"/>
                      <a:pt x="4889" y="9087"/>
                      <a:pt x="4916" y="9113"/>
                    </a:cubicBezTo>
                    <a:cubicBezTo>
                      <a:pt x="4874" y="9151"/>
                      <a:pt x="4832" y="9189"/>
                      <a:pt x="4790" y="9226"/>
                    </a:cubicBezTo>
                    <a:cubicBezTo>
                      <a:pt x="4711" y="9158"/>
                      <a:pt x="4787" y="9093"/>
                      <a:pt x="4836" y="9037"/>
                    </a:cubicBezTo>
                    <a:moveTo>
                      <a:pt x="4501" y="8943"/>
                    </a:moveTo>
                    <a:cubicBezTo>
                      <a:pt x="4540" y="8899"/>
                      <a:pt x="4578" y="8856"/>
                      <a:pt x="4617" y="8812"/>
                    </a:cubicBezTo>
                    <a:cubicBezTo>
                      <a:pt x="4644" y="8837"/>
                      <a:pt x="4671" y="8862"/>
                      <a:pt x="4697" y="8887"/>
                    </a:cubicBezTo>
                    <a:cubicBezTo>
                      <a:pt x="4658" y="8927"/>
                      <a:pt x="4619" y="8967"/>
                      <a:pt x="4580" y="9007"/>
                    </a:cubicBezTo>
                    <a:cubicBezTo>
                      <a:pt x="4553" y="8986"/>
                      <a:pt x="4527" y="8964"/>
                      <a:pt x="4501" y="8943"/>
                    </a:cubicBezTo>
                    <a:moveTo>
                      <a:pt x="4337" y="8784"/>
                    </a:moveTo>
                    <a:cubicBezTo>
                      <a:pt x="3838" y="8326"/>
                      <a:pt x="3337" y="7868"/>
                      <a:pt x="2832" y="7415"/>
                    </a:cubicBezTo>
                    <a:cubicBezTo>
                      <a:pt x="2848" y="7401"/>
                      <a:pt x="2865" y="7388"/>
                      <a:pt x="2883" y="7376"/>
                    </a:cubicBezTo>
                    <a:cubicBezTo>
                      <a:pt x="2900" y="7355"/>
                      <a:pt x="2934" y="7314"/>
                      <a:pt x="2951" y="7293"/>
                    </a:cubicBezTo>
                    <a:cubicBezTo>
                      <a:pt x="3461" y="7746"/>
                      <a:pt x="3971" y="8200"/>
                      <a:pt x="4469" y="8666"/>
                    </a:cubicBezTo>
                    <a:cubicBezTo>
                      <a:pt x="4450" y="8683"/>
                      <a:pt x="4411" y="8717"/>
                      <a:pt x="4391" y="8734"/>
                    </a:cubicBezTo>
                    <a:lnTo>
                      <a:pt x="4400" y="8743"/>
                    </a:lnTo>
                    <a:cubicBezTo>
                      <a:pt x="4384" y="8753"/>
                      <a:pt x="4353" y="8774"/>
                      <a:pt x="4337" y="8784"/>
                    </a:cubicBezTo>
                    <a:moveTo>
                      <a:pt x="16140" y="8325"/>
                    </a:moveTo>
                    <a:cubicBezTo>
                      <a:pt x="16132" y="8307"/>
                      <a:pt x="16116" y="8272"/>
                      <a:pt x="16107" y="8254"/>
                    </a:cubicBezTo>
                    <a:cubicBezTo>
                      <a:pt x="16187" y="8255"/>
                      <a:pt x="16267" y="8255"/>
                      <a:pt x="16347" y="8254"/>
                    </a:cubicBezTo>
                    <a:cubicBezTo>
                      <a:pt x="16712" y="8258"/>
                      <a:pt x="17078" y="8247"/>
                      <a:pt x="17443" y="8260"/>
                    </a:cubicBezTo>
                    <a:cubicBezTo>
                      <a:pt x="17633" y="8244"/>
                      <a:pt x="17827" y="8260"/>
                      <a:pt x="18019" y="8254"/>
                    </a:cubicBezTo>
                    <a:cubicBezTo>
                      <a:pt x="18009" y="8272"/>
                      <a:pt x="17989" y="8308"/>
                      <a:pt x="17979" y="8326"/>
                    </a:cubicBezTo>
                    <a:cubicBezTo>
                      <a:pt x="17779" y="8322"/>
                      <a:pt x="17580" y="8331"/>
                      <a:pt x="17381" y="8319"/>
                    </a:cubicBezTo>
                    <a:cubicBezTo>
                      <a:pt x="17040" y="8334"/>
                      <a:pt x="16698" y="8321"/>
                      <a:pt x="16356" y="8325"/>
                    </a:cubicBezTo>
                    <a:cubicBezTo>
                      <a:pt x="16284" y="8325"/>
                      <a:pt x="16212" y="8325"/>
                      <a:pt x="16140" y="8325"/>
                    </a:cubicBezTo>
                    <a:moveTo>
                      <a:pt x="6404" y="8092"/>
                    </a:moveTo>
                    <a:cubicBezTo>
                      <a:pt x="6222" y="7914"/>
                      <a:pt x="6044" y="7733"/>
                      <a:pt x="5864" y="7554"/>
                    </a:cubicBezTo>
                    <a:cubicBezTo>
                      <a:pt x="5919" y="7529"/>
                      <a:pt x="5974" y="7505"/>
                      <a:pt x="6030" y="7481"/>
                    </a:cubicBezTo>
                    <a:cubicBezTo>
                      <a:pt x="6274" y="7433"/>
                      <a:pt x="6543" y="7568"/>
                      <a:pt x="6631" y="7805"/>
                    </a:cubicBezTo>
                    <a:cubicBezTo>
                      <a:pt x="6700" y="7959"/>
                      <a:pt x="6665" y="8134"/>
                      <a:pt x="6591" y="8279"/>
                    </a:cubicBezTo>
                    <a:cubicBezTo>
                      <a:pt x="6528" y="8218"/>
                      <a:pt x="6465" y="8156"/>
                      <a:pt x="6404" y="8092"/>
                    </a:cubicBezTo>
                    <a:moveTo>
                      <a:pt x="3053" y="7087"/>
                    </a:moveTo>
                    <a:cubicBezTo>
                      <a:pt x="3068" y="6955"/>
                      <a:pt x="3056" y="6820"/>
                      <a:pt x="2996" y="6700"/>
                    </a:cubicBezTo>
                    <a:cubicBezTo>
                      <a:pt x="3147" y="6345"/>
                      <a:pt x="3316" y="5997"/>
                      <a:pt x="3472" y="5644"/>
                    </a:cubicBezTo>
                    <a:cubicBezTo>
                      <a:pt x="3580" y="5644"/>
                      <a:pt x="3688" y="5643"/>
                      <a:pt x="3796" y="5647"/>
                    </a:cubicBezTo>
                    <a:cubicBezTo>
                      <a:pt x="4082" y="5624"/>
                      <a:pt x="4391" y="5699"/>
                      <a:pt x="4656" y="5556"/>
                    </a:cubicBezTo>
                    <a:cubicBezTo>
                      <a:pt x="4916" y="5429"/>
                      <a:pt x="5081" y="5152"/>
                      <a:pt x="5099" y="4866"/>
                    </a:cubicBezTo>
                    <a:cubicBezTo>
                      <a:pt x="5106" y="4571"/>
                      <a:pt x="4953" y="4284"/>
                      <a:pt x="4700" y="4130"/>
                    </a:cubicBezTo>
                    <a:cubicBezTo>
                      <a:pt x="4944" y="4096"/>
                      <a:pt x="5143" y="3907"/>
                      <a:pt x="5197" y="3669"/>
                    </a:cubicBezTo>
                    <a:cubicBezTo>
                      <a:pt x="5383" y="3668"/>
                      <a:pt x="5569" y="3669"/>
                      <a:pt x="5754" y="3668"/>
                    </a:cubicBezTo>
                    <a:cubicBezTo>
                      <a:pt x="6485" y="3668"/>
                      <a:pt x="7215" y="3668"/>
                      <a:pt x="7945" y="3668"/>
                    </a:cubicBezTo>
                    <a:cubicBezTo>
                      <a:pt x="7943" y="3858"/>
                      <a:pt x="8066" y="4060"/>
                      <a:pt x="8264" y="4086"/>
                    </a:cubicBezTo>
                    <a:cubicBezTo>
                      <a:pt x="8452" y="4100"/>
                      <a:pt x="8647" y="4120"/>
                      <a:pt x="8811" y="4221"/>
                    </a:cubicBezTo>
                    <a:cubicBezTo>
                      <a:pt x="9075" y="4366"/>
                      <a:pt x="9247" y="4642"/>
                      <a:pt x="9292" y="4937"/>
                    </a:cubicBezTo>
                    <a:cubicBezTo>
                      <a:pt x="8467" y="4944"/>
                      <a:pt x="7643" y="4932"/>
                      <a:pt x="6818" y="4943"/>
                    </a:cubicBezTo>
                    <a:cubicBezTo>
                      <a:pt x="6414" y="4953"/>
                      <a:pt x="6060" y="5308"/>
                      <a:pt x="6051" y="5712"/>
                    </a:cubicBezTo>
                    <a:cubicBezTo>
                      <a:pt x="6041" y="6228"/>
                      <a:pt x="6049" y="6745"/>
                      <a:pt x="6047" y="7261"/>
                    </a:cubicBezTo>
                    <a:cubicBezTo>
                      <a:pt x="5927" y="7287"/>
                      <a:pt x="5811" y="7330"/>
                      <a:pt x="5708" y="7398"/>
                    </a:cubicBezTo>
                    <a:cubicBezTo>
                      <a:pt x="5521" y="7215"/>
                      <a:pt x="5340" y="7025"/>
                      <a:pt x="5149" y="6845"/>
                    </a:cubicBezTo>
                    <a:cubicBezTo>
                      <a:pt x="4991" y="6763"/>
                      <a:pt x="4770" y="6794"/>
                      <a:pt x="4680" y="6959"/>
                    </a:cubicBezTo>
                    <a:cubicBezTo>
                      <a:pt x="4542" y="7226"/>
                      <a:pt x="4432" y="7507"/>
                      <a:pt x="4296" y="7775"/>
                    </a:cubicBezTo>
                    <a:cubicBezTo>
                      <a:pt x="4235" y="7884"/>
                      <a:pt x="4220" y="8009"/>
                      <a:pt x="4206" y="8130"/>
                    </a:cubicBezTo>
                    <a:cubicBezTo>
                      <a:pt x="3825" y="7779"/>
                      <a:pt x="3436" y="7436"/>
                      <a:pt x="3053" y="7087"/>
                    </a:cubicBezTo>
                    <a:moveTo>
                      <a:pt x="15819" y="8043"/>
                    </a:moveTo>
                    <a:cubicBezTo>
                      <a:pt x="15818" y="7996"/>
                      <a:pt x="15818" y="7949"/>
                      <a:pt x="15819" y="7902"/>
                    </a:cubicBezTo>
                    <a:cubicBezTo>
                      <a:pt x="15900" y="7902"/>
                      <a:pt x="15983" y="7902"/>
                      <a:pt x="16065" y="7902"/>
                    </a:cubicBezTo>
                    <a:cubicBezTo>
                      <a:pt x="16598" y="7902"/>
                      <a:pt x="17131" y="7902"/>
                      <a:pt x="17664" y="7902"/>
                    </a:cubicBezTo>
                    <a:cubicBezTo>
                      <a:pt x="17872" y="7902"/>
                      <a:pt x="18080" y="7902"/>
                      <a:pt x="18288" y="7902"/>
                    </a:cubicBezTo>
                    <a:cubicBezTo>
                      <a:pt x="18288" y="7949"/>
                      <a:pt x="18288" y="7996"/>
                      <a:pt x="18288" y="8043"/>
                    </a:cubicBezTo>
                    <a:cubicBezTo>
                      <a:pt x="18072" y="8043"/>
                      <a:pt x="17856" y="8043"/>
                      <a:pt x="17640" y="8043"/>
                    </a:cubicBezTo>
                    <a:cubicBezTo>
                      <a:pt x="17116" y="8043"/>
                      <a:pt x="16591" y="8043"/>
                      <a:pt x="16066" y="8043"/>
                    </a:cubicBezTo>
                    <a:cubicBezTo>
                      <a:pt x="15983" y="8043"/>
                      <a:pt x="15901" y="8043"/>
                      <a:pt x="15819" y="8043"/>
                    </a:cubicBezTo>
                    <a:moveTo>
                      <a:pt x="16021" y="7690"/>
                    </a:moveTo>
                    <a:cubicBezTo>
                      <a:pt x="16046" y="7526"/>
                      <a:pt x="16066" y="7361"/>
                      <a:pt x="16089" y="7196"/>
                    </a:cubicBezTo>
                    <a:cubicBezTo>
                      <a:pt x="16172" y="7196"/>
                      <a:pt x="16255" y="7196"/>
                      <a:pt x="16338" y="7196"/>
                    </a:cubicBezTo>
                    <a:cubicBezTo>
                      <a:pt x="16693" y="7196"/>
                      <a:pt x="17047" y="7196"/>
                      <a:pt x="17401" y="7196"/>
                    </a:cubicBezTo>
                    <a:cubicBezTo>
                      <a:pt x="17602" y="7196"/>
                      <a:pt x="17802" y="7196"/>
                      <a:pt x="18002" y="7196"/>
                    </a:cubicBezTo>
                    <a:cubicBezTo>
                      <a:pt x="18022" y="7361"/>
                      <a:pt x="18046" y="7525"/>
                      <a:pt x="18067" y="7690"/>
                    </a:cubicBezTo>
                    <a:cubicBezTo>
                      <a:pt x="17867" y="7690"/>
                      <a:pt x="17668" y="7690"/>
                      <a:pt x="17468" y="7690"/>
                    </a:cubicBezTo>
                    <a:cubicBezTo>
                      <a:pt x="17069" y="7690"/>
                      <a:pt x="16670" y="7690"/>
                      <a:pt x="16272" y="7690"/>
                    </a:cubicBezTo>
                    <a:cubicBezTo>
                      <a:pt x="16188" y="7690"/>
                      <a:pt x="16104" y="7690"/>
                      <a:pt x="16021" y="7690"/>
                    </a:cubicBezTo>
                    <a:moveTo>
                      <a:pt x="2388" y="7257"/>
                    </a:moveTo>
                    <a:cubicBezTo>
                      <a:pt x="2259" y="7186"/>
                      <a:pt x="2162" y="7024"/>
                      <a:pt x="2220" y="6878"/>
                    </a:cubicBezTo>
                    <a:cubicBezTo>
                      <a:pt x="2261" y="6724"/>
                      <a:pt x="2432" y="6628"/>
                      <a:pt x="2585" y="6655"/>
                    </a:cubicBezTo>
                    <a:cubicBezTo>
                      <a:pt x="2771" y="6683"/>
                      <a:pt x="2899" y="6902"/>
                      <a:pt x="2824" y="7077"/>
                    </a:cubicBezTo>
                    <a:cubicBezTo>
                      <a:pt x="2771" y="7252"/>
                      <a:pt x="2547" y="7339"/>
                      <a:pt x="2388" y="7257"/>
                    </a:cubicBezTo>
                    <a:moveTo>
                      <a:pt x="16021" y="6985"/>
                    </a:moveTo>
                    <a:cubicBezTo>
                      <a:pt x="16073" y="6632"/>
                      <a:pt x="16119" y="6279"/>
                      <a:pt x="16169" y="5926"/>
                    </a:cubicBezTo>
                    <a:cubicBezTo>
                      <a:pt x="16253" y="5926"/>
                      <a:pt x="16336" y="5926"/>
                      <a:pt x="16420" y="5926"/>
                    </a:cubicBezTo>
                    <a:cubicBezTo>
                      <a:pt x="16791" y="5926"/>
                      <a:pt x="17162" y="5926"/>
                      <a:pt x="17532" y="5926"/>
                    </a:cubicBezTo>
                    <a:cubicBezTo>
                      <a:pt x="17662" y="5926"/>
                      <a:pt x="17792" y="5926"/>
                      <a:pt x="17922" y="5926"/>
                    </a:cubicBezTo>
                    <a:cubicBezTo>
                      <a:pt x="17968" y="6279"/>
                      <a:pt x="18020" y="6631"/>
                      <a:pt x="18067" y="6985"/>
                    </a:cubicBezTo>
                    <a:cubicBezTo>
                      <a:pt x="17937" y="6985"/>
                      <a:pt x="17808" y="6985"/>
                      <a:pt x="17679" y="6985"/>
                    </a:cubicBezTo>
                    <a:cubicBezTo>
                      <a:pt x="17210" y="6984"/>
                      <a:pt x="16742" y="6985"/>
                      <a:pt x="16274" y="6984"/>
                    </a:cubicBezTo>
                    <a:cubicBezTo>
                      <a:pt x="16190" y="6985"/>
                      <a:pt x="16105" y="6985"/>
                      <a:pt x="16021" y="6985"/>
                    </a:cubicBezTo>
                    <a:moveTo>
                      <a:pt x="1478" y="6382"/>
                    </a:moveTo>
                    <a:cubicBezTo>
                      <a:pt x="1403" y="6108"/>
                      <a:pt x="1568" y="5802"/>
                      <a:pt x="1827" y="5693"/>
                    </a:cubicBezTo>
                    <a:cubicBezTo>
                      <a:pt x="2014" y="5613"/>
                      <a:pt x="2223" y="5653"/>
                      <a:pt x="2421" y="5644"/>
                    </a:cubicBezTo>
                    <a:cubicBezTo>
                      <a:pt x="2363" y="5908"/>
                      <a:pt x="2314" y="6173"/>
                      <a:pt x="2258" y="6437"/>
                    </a:cubicBezTo>
                    <a:cubicBezTo>
                      <a:pt x="2249" y="6519"/>
                      <a:pt x="2170" y="6562"/>
                      <a:pt x="2122" y="6621"/>
                    </a:cubicBezTo>
                    <a:cubicBezTo>
                      <a:pt x="2060" y="6681"/>
                      <a:pt x="2031" y="6764"/>
                      <a:pt x="2000" y="6842"/>
                    </a:cubicBezTo>
                    <a:cubicBezTo>
                      <a:pt x="1754" y="6811"/>
                      <a:pt x="1534" y="6626"/>
                      <a:pt x="1478" y="6382"/>
                    </a:cubicBezTo>
                    <a:moveTo>
                      <a:pt x="2624" y="6436"/>
                    </a:moveTo>
                    <a:cubicBezTo>
                      <a:pt x="2575" y="6436"/>
                      <a:pt x="2526" y="6437"/>
                      <a:pt x="2477" y="6437"/>
                    </a:cubicBezTo>
                    <a:cubicBezTo>
                      <a:pt x="2608" y="5797"/>
                      <a:pt x="2739" y="5156"/>
                      <a:pt x="2867" y="4515"/>
                    </a:cubicBezTo>
                    <a:cubicBezTo>
                      <a:pt x="2988" y="4515"/>
                      <a:pt x="3108" y="4515"/>
                      <a:pt x="3228" y="4515"/>
                    </a:cubicBezTo>
                    <a:cubicBezTo>
                      <a:pt x="3402" y="4515"/>
                      <a:pt x="3576" y="4515"/>
                      <a:pt x="3750" y="4515"/>
                    </a:cubicBezTo>
                    <a:cubicBezTo>
                      <a:pt x="3445" y="5185"/>
                      <a:pt x="3141" y="5855"/>
                      <a:pt x="2834" y="6524"/>
                    </a:cubicBezTo>
                    <a:cubicBezTo>
                      <a:pt x="2766" y="6490"/>
                      <a:pt x="2695" y="6461"/>
                      <a:pt x="2624" y="6436"/>
                    </a:cubicBezTo>
                    <a:moveTo>
                      <a:pt x="6258" y="6420"/>
                    </a:moveTo>
                    <a:cubicBezTo>
                      <a:pt x="6261" y="6195"/>
                      <a:pt x="6253" y="5970"/>
                      <a:pt x="6262" y="5745"/>
                    </a:cubicBezTo>
                    <a:cubicBezTo>
                      <a:pt x="6268" y="5566"/>
                      <a:pt x="6355" y="5391"/>
                      <a:pt x="6498" y="5282"/>
                    </a:cubicBezTo>
                    <a:cubicBezTo>
                      <a:pt x="6628" y="5175"/>
                      <a:pt x="6801" y="5147"/>
                      <a:pt x="6965" y="5150"/>
                    </a:cubicBezTo>
                    <a:cubicBezTo>
                      <a:pt x="9216" y="5153"/>
                      <a:pt x="11467" y="5146"/>
                      <a:pt x="13718" y="5153"/>
                    </a:cubicBezTo>
                    <a:cubicBezTo>
                      <a:pt x="13886" y="5141"/>
                      <a:pt x="14067" y="5149"/>
                      <a:pt x="14216" y="5237"/>
                    </a:cubicBezTo>
                    <a:cubicBezTo>
                      <a:pt x="14394" y="5342"/>
                      <a:pt x="14518" y="5541"/>
                      <a:pt x="14513" y="5750"/>
                    </a:cubicBezTo>
                    <a:cubicBezTo>
                      <a:pt x="14514" y="5973"/>
                      <a:pt x="14512" y="6197"/>
                      <a:pt x="14513" y="6420"/>
                    </a:cubicBezTo>
                    <a:cubicBezTo>
                      <a:pt x="13535" y="6418"/>
                      <a:pt x="12556" y="6424"/>
                      <a:pt x="11577" y="6417"/>
                    </a:cubicBezTo>
                    <a:cubicBezTo>
                      <a:pt x="9804" y="6424"/>
                      <a:pt x="8031" y="6418"/>
                      <a:pt x="6258" y="6420"/>
                    </a:cubicBezTo>
                    <a:moveTo>
                      <a:pt x="16289" y="5715"/>
                    </a:moveTo>
                    <a:cubicBezTo>
                      <a:pt x="16308" y="5573"/>
                      <a:pt x="16328" y="5432"/>
                      <a:pt x="16346" y="5291"/>
                    </a:cubicBezTo>
                    <a:cubicBezTo>
                      <a:pt x="16429" y="5291"/>
                      <a:pt x="16512" y="5291"/>
                      <a:pt x="16595" y="5291"/>
                    </a:cubicBezTo>
                    <a:cubicBezTo>
                      <a:pt x="16770" y="5291"/>
                      <a:pt x="16946" y="5291"/>
                      <a:pt x="17122" y="5291"/>
                    </a:cubicBezTo>
                    <a:cubicBezTo>
                      <a:pt x="17330" y="5291"/>
                      <a:pt x="17537" y="5291"/>
                      <a:pt x="17745" y="5291"/>
                    </a:cubicBezTo>
                    <a:cubicBezTo>
                      <a:pt x="17762" y="5433"/>
                      <a:pt x="17781" y="5574"/>
                      <a:pt x="17802" y="5714"/>
                    </a:cubicBezTo>
                    <a:cubicBezTo>
                      <a:pt x="17593" y="5715"/>
                      <a:pt x="17384" y="5715"/>
                      <a:pt x="17175" y="5714"/>
                    </a:cubicBezTo>
                    <a:cubicBezTo>
                      <a:pt x="16964" y="5715"/>
                      <a:pt x="16752" y="5715"/>
                      <a:pt x="16541" y="5714"/>
                    </a:cubicBezTo>
                    <a:cubicBezTo>
                      <a:pt x="16457" y="5715"/>
                      <a:pt x="16373" y="5715"/>
                      <a:pt x="16289" y="5715"/>
                    </a:cubicBezTo>
                    <a:moveTo>
                      <a:pt x="3570" y="5432"/>
                    </a:moveTo>
                    <a:cubicBezTo>
                      <a:pt x="3637" y="5288"/>
                      <a:pt x="3697" y="5140"/>
                      <a:pt x="3772" y="4999"/>
                    </a:cubicBezTo>
                    <a:cubicBezTo>
                      <a:pt x="3786" y="4955"/>
                      <a:pt x="3806" y="4914"/>
                      <a:pt x="3824" y="4871"/>
                    </a:cubicBezTo>
                    <a:cubicBezTo>
                      <a:pt x="3884" y="4753"/>
                      <a:pt x="3926" y="4626"/>
                      <a:pt x="3996" y="4514"/>
                    </a:cubicBezTo>
                    <a:cubicBezTo>
                      <a:pt x="4158" y="4462"/>
                      <a:pt x="4309" y="4377"/>
                      <a:pt x="4418" y="4244"/>
                    </a:cubicBezTo>
                    <a:cubicBezTo>
                      <a:pt x="4695" y="4317"/>
                      <a:pt x="4893" y="4582"/>
                      <a:pt x="4889" y="4868"/>
                    </a:cubicBezTo>
                    <a:cubicBezTo>
                      <a:pt x="4857" y="5131"/>
                      <a:pt x="4661" y="5375"/>
                      <a:pt x="4394" y="5420"/>
                    </a:cubicBezTo>
                    <a:cubicBezTo>
                      <a:pt x="4194" y="5447"/>
                      <a:pt x="3992" y="5426"/>
                      <a:pt x="3792" y="5432"/>
                    </a:cubicBezTo>
                    <a:cubicBezTo>
                      <a:pt x="3718" y="5432"/>
                      <a:pt x="3644" y="5432"/>
                      <a:pt x="3570" y="5432"/>
                    </a:cubicBezTo>
                    <a:moveTo>
                      <a:pt x="15783" y="5079"/>
                    </a:moveTo>
                    <a:cubicBezTo>
                      <a:pt x="15783" y="4985"/>
                      <a:pt x="15783" y="4890"/>
                      <a:pt x="15783" y="4795"/>
                    </a:cubicBezTo>
                    <a:cubicBezTo>
                      <a:pt x="15783" y="4749"/>
                      <a:pt x="15783" y="4703"/>
                      <a:pt x="15783" y="4656"/>
                    </a:cubicBezTo>
                    <a:cubicBezTo>
                      <a:pt x="16571" y="4657"/>
                      <a:pt x="17360" y="4654"/>
                      <a:pt x="18148" y="4658"/>
                    </a:cubicBezTo>
                    <a:cubicBezTo>
                      <a:pt x="18268" y="4654"/>
                      <a:pt x="18336" y="4761"/>
                      <a:pt x="18371" y="4860"/>
                    </a:cubicBezTo>
                    <a:cubicBezTo>
                      <a:pt x="18345" y="4966"/>
                      <a:pt x="18275" y="5079"/>
                      <a:pt x="18153" y="5078"/>
                    </a:cubicBezTo>
                    <a:cubicBezTo>
                      <a:pt x="17363" y="5082"/>
                      <a:pt x="16573" y="5078"/>
                      <a:pt x="15783" y="5079"/>
                    </a:cubicBezTo>
                    <a:moveTo>
                      <a:pt x="9503" y="4939"/>
                    </a:moveTo>
                    <a:cubicBezTo>
                      <a:pt x="9501" y="4885"/>
                      <a:pt x="9478" y="4827"/>
                      <a:pt x="9494" y="4774"/>
                    </a:cubicBezTo>
                    <a:lnTo>
                      <a:pt x="9479" y="4779"/>
                    </a:lnTo>
                    <a:cubicBezTo>
                      <a:pt x="9417" y="4501"/>
                      <a:pt x="9242" y="4262"/>
                      <a:pt x="9018" y="4091"/>
                    </a:cubicBezTo>
                    <a:cubicBezTo>
                      <a:pt x="9486" y="4091"/>
                      <a:pt x="9955" y="4093"/>
                      <a:pt x="10423" y="4091"/>
                    </a:cubicBezTo>
                    <a:cubicBezTo>
                      <a:pt x="10545" y="4096"/>
                      <a:pt x="10541" y="3876"/>
                      <a:pt x="10417" y="3884"/>
                    </a:cubicBezTo>
                    <a:cubicBezTo>
                      <a:pt x="9724" y="3874"/>
                      <a:pt x="9029" y="3884"/>
                      <a:pt x="8335" y="3879"/>
                    </a:cubicBezTo>
                    <a:cubicBezTo>
                      <a:pt x="8220" y="3883"/>
                      <a:pt x="8172" y="3763"/>
                      <a:pt x="8155" y="3669"/>
                    </a:cubicBezTo>
                    <a:cubicBezTo>
                      <a:pt x="9654" y="3668"/>
                      <a:pt x="11153" y="3668"/>
                      <a:pt x="12651" y="3669"/>
                    </a:cubicBezTo>
                    <a:cubicBezTo>
                      <a:pt x="12653" y="3773"/>
                      <a:pt x="12585" y="3889"/>
                      <a:pt x="12469" y="3880"/>
                    </a:cubicBezTo>
                    <a:cubicBezTo>
                      <a:pt x="12124" y="3882"/>
                      <a:pt x="11792" y="4042"/>
                      <a:pt x="11568" y="4302"/>
                    </a:cubicBezTo>
                    <a:cubicBezTo>
                      <a:pt x="11426" y="4487"/>
                      <a:pt x="11334" y="4707"/>
                      <a:pt x="11307" y="4938"/>
                    </a:cubicBezTo>
                    <a:cubicBezTo>
                      <a:pt x="10705" y="4939"/>
                      <a:pt x="10104" y="4938"/>
                      <a:pt x="9503" y="4939"/>
                    </a:cubicBezTo>
                    <a:moveTo>
                      <a:pt x="14982" y="3950"/>
                    </a:moveTo>
                    <a:cubicBezTo>
                      <a:pt x="15024" y="3835"/>
                      <a:pt x="15112" y="3747"/>
                      <a:pt x="15217" y="3688"/>
                    </a:cubicBezTo>
                    <a:cubicBezTo>
                      <a:pt x="15218" y="3733"/>
                      <a:pt x="15218" y="3778"/>
                      <a:pt x="15219" y="3823"/>
                    </a:cubicBezTo>
                    <a:cubicBezTo>
                      <a:pt x="15228" y="3922"/>
                      <a:pt x="15175" y="4112"/>
                      <a:pt x="15323" y="4124"/>
                    </a:cubicBezTo>
                    <a:cubicBezTo>
                      <a:pt x="15819" y="4131"/>
                      <a:pt x="16315" y="4127"/>
                      <a:pt x="16811" y="4126"/>
                    </a:cubicBezTo>
                    <a:cubicBezTo>
                      <a:pt x="16928" y="4136"/>
                      <a:pt x="16953" y="3947"/>
                      <a:pt x="16842" y="3920"/>
                    </a:cubicBezTo>
                    <a:cubicBezTo>
                      <a:pt x="16630" y="3908"/>
                      <a:pt x="16418" y="3919"/>
                      <a:pt x="16207" y="3915"/>
                    </a:cubicBezTo>
                    <a:cubicBezTo>
                      <a:pt x="16207" y="3888"/>
                      <a:pt x="16207" y="3835"/>
                      <a:pt x="16207" y="3808"/>
                    </a:cubicBezTo>
                    <a:cubicBezTo>
                      <a:pt x="16206" y="3762"/>
                      <a:pt x="16206" y="3715"/>
                      <a:pt x="16207" y="3668"/>
                    </a:cubicBezTo>
                    <a:cubicBezTo>
                      <a:pt x="17053" y="3668"/>
                      <a:pt x="17900" y="3668"/>
                      <a:pt x="18747" y="3668"/>
                    </a:cubicBezTo>
                    <a:cubicBezTo>
                      <a:pt x="18746" y="3715"/>
                      <a:pt x="18746" y="3762"/>
                      <a:pt x="18747" y="3808"/>
                    </a:cubicBezTo>
                    <a:cubicBezTo>
                      <a:pt x="18747" y="3835"/>
                      <a:pt x="18747" y="3889"/>
                      <a:pt x="18747" y="3916"/>
                    </a:cubicBezTo>
                    <a:cubicBezTo>
                      <a:pt x="18629" y="3917"/>
                      <a:pt x="18510" y="3909"/>
                      <a:pt x="18393" y="3920"/>
                    </a:cubicBezTo>
                    <a:cubicBezTo>
                      <a:pt x="18298" y="3945"/>
                      <a:pt x="18298" y="4097"/>
                      <a:pt x="18393" y="4122"/>
                    </a:cubicBezTo>
                    <a:cubicBezTo>
                      <a:pt x="18510" y="4134"/>
                      <a:pt x="18629" y="4125"/>
                      <a:pt x="18747" y="4127"/>
                    </a:cubicBezTo>
                    <a:cubicBezTo>
                      <a:pt x="18746" y="4233"/>
                      <a:pt x="18746" y="4339"/>
                      <a:pt x="18747" y="4444"/>
                    </a:cubicBezTo>
                    <a:cubicBezTo>
                      <a:pt x="17617" y="4444"/>
                      <a:pt x="16487" y="4446"/>
                      <a:pt x="15358" y="4443"/>
                    </a:cubicBezTo>
                    <a:cubicBezTo>
                      <a:pt x="15109" y="4448"/>
                      <a:pt x="14920" y="4187"/>
                      <a:pt x="14982" y="3950"/>
                    </a:cubicBezTo>
                    <a:moveTo>
                      <a:pt x="2710" y="4283"/>
                    </a:moveTo>
                    <a:cubicBezTo>
                      <a:pt x="2616" y="4258"/>
                      <a:pt x="2542" y="4193"/>
                      <a:pt x="2471" y="4130"/>
                    </a:cubicBezTo>
                    <a:cubicBezTo>
                      <a:pt x="2634" y="4125"/>
                      <a:pt x="2798" y="4127"/>
                      <a:pt x="2961" y="4127"/>
                    </a:cubicBezTo>
                    <a:cubicBezTo>
                      <a:pt x="3281" y="4127"/>
                      <a:pt x="3601" y="4127"/>
                      <a:pt x="3921" y="4127"/>
                    </a:cubicBezTo>
                    <a:cubicBezTo>
                      <a:pt x="4024" y="4127"/>
                      <a:pt x="4126" y="4127"/>
                      <a:pt x="4229" y="4130"/>
                    </a:cubicBezTo>
                    <a:cubicBezTo>
                      <a:pt x="4113" y="4255"/>
                      <a:pt x="3947" y="4319"/>
                      <a:pt x="3777" y="4306"/>
                    </a:cubicBezTo>
                    <a:cubicBezTo>
                      <a:pt x="3548" y="4301"/>
                      <a:pt x="3319" y="4305"/>
                      <a:pt x="3091" y="4303"/>
                    </a:cubicBezTo>
                    <a:cubicBezTo>
                      <a:pt x="2964" y="4302"/>
                      <a:pt x="2834" y="4316"/>
                      <a:pt x="2710" y="4283"/>
                    </a:cubicBezTo>
                    <a:moveTo>
                      <a:pt x="1789" y="3671"/>
                    </a:moveTo>
                    <a:cubicBezTo>
                      <a:pt x="1989" y="3666"/>
                      <a:pt x="2188" y="3669"/>
                      <a:pt x="2388" y="3669"/>
                    </a:cubicBezTo>
                    <a:cubicBezTo>
                      <a:pt x="3123" y="3668"/>
                      <a:pt x="3858" y="3668"/>
                      <a:pt x="4592" y="3669"/>
                    </a:cubicBezTo>
                    <a:cubicBezTo>
                      <a:pt x="4720" y="3668"/>
                      <a:pt x="4848" y="3667"/>
                      <a:pt x="4976" y="3671"/>
                    </a:cubicBezTo>
                    <a:cubicBezTo>
                      <a:pt x="4934" y="3738"/>
                      <a:pt x="4895" y="3813"/>
                      <a:pt x="4825" y="3855"/>
                    </a:cubicBezTo>
                    <a:cubicBezTo>
                      <a:pt x="4716" y="3931"/>
                      <a:pt x="4577" y="3914"/>
                      <a:pt x="4452" y="3917"/>
                    </a:cubicBezTo>
                    <a:cubicBezTo>
                      <a:pt x="3808" y="3914"/>
                      <a:pt x="3164" y="3916"/>
                      <a:pt x="2520" y="3916"/>
                    </a:cubicBezTo>
                    <a:cubicBezTo>
                      <a:pt x="2366" y="3911"/>
                      <a:pt x="2211" y="3926"/>
                      <a:pt x="2057" y="3907"/>
                    </a:cubicBezTo>
                    <a:cubicBezTo>
                      <a:pt x="1930" y="3887"/>
                      <a:pt x="1843" y="3781"/>
                      <a:pt x="1789" y="3671"/>
                    </a:cubicBezTo>
                    <a:moveTo>
                      <a:pt x="15431" y="3915"/>
                    </a:moveTo>
                    <a:cubicBezTo>
                      <a:pt x="15430" y="3792"/>
                      <a:pt x="15430" y="3669"/>
                      <a:pt x="15431" y="3545"/>
                    </a:cubicBezTo>
                    <a:cubicBezTo>
                      <a:pt x="15512" y="3609"/>
                      <a:pt x="15587" y="3683"/>
                      <a:pt x="15677" y="3736"/>
                    </a:cubicBezTo>
                    <a:cubicBezTo>
                      <a:pt x="15811" y="3751"/>
                      <a:pt x="15891" y="3609"/>
                      <a:pt x="15995" y="3545"/>
                    </a:cubicBezTo>
                    <a:cubicBezTo>
                      <a:pt x="15995" y="3669"/>
                      <a:pt x="15995" y="3792"/>
                      <a:pt x="15995" y="3915"/>
                    </a:cubicBezTo>
                    <a:cubicBezTo>
                      <a:pt x="15807" y="3915"/>
                      <a:pt x="15619" y="3915"/>
                      <a:pt x="15431" y="3915"/>
                    </a:cubicBezTo>
                    <a:moveTo>
                      <a:pt x="231" y="3452"/>
                    </a:moveTo>
                    <a:cubicBezTo>
                      <a:pt x="239" y="3441"/>
                      <a:pt x="254" y="3418"/>
                      <a:pt x="262" y="3407"/>
                    </a:cubicBezTo>
                    <a:cubicBezTo>
                      <a:pt x="317" y="3213"/>
                      <a:pt x="523" y="3093"/>
                      <a:pt x="718" y="3104"/>
                    </a:cubicBezTo>
                    <a:cubicBezTo>
                      <a:pt x="7139" y="3104"/>
                      <a:pt x="13561" y="3104"/>
                      <a:pt x="19983" y="3103"/>
                    </a:cubicBezTo>
                    <a:cubicBezTo>
                      <a:pt x="20178" y="3094"/>
                      <a:pt x="20387" y="3212"/>
                      <a:pt x="20440" y="3409"/>
                    </a:cubicBezTo>
                    <a:cubicBezTo>
                      <a:pt x="20448" y="3419"/>
                      <a:pt x="20463" y="3441"/>
                      <a:pt x="20471" y="3452"/>
                    </a:cubicBezTo>
                    <a:cubicBezTo>
                      <a:pt x="19050" y="3463"/>
                      <a:pt x="17629" y="3454"/>
                      <a:pt x="16209" y="3457"/>
                    </a:cubicBezTo>
                    <a:cubicBezTo>
                      <a:pt x="16206" y="3382"/>
                      <a:pt x="16203" y="3308"/>
                      <a:pt x="16198" y="3233"/>
                    </a:cubicBezTo>
                    <a:cubicBezTo>
                      <a:pt x="16123" y="3210"/>
                      <a:pt x="16045" y="3205"/>
                      <a:pt x="15986" y="3264"/>
                    </a:cubicBezTo>
                    <a:cubicBezTo>
                      <a:pt x="15910" y="3330"/>
                      <a:pt x="15837" y="3400"/>
                      <a:pt x="15753" y="3454"/>
                    </a:cubicBezTo>
                    <a:cubicBezTo>
                      <a:pt x="15618" y="3477"/>
                      <a:pt x="15539" y="3331"/>
                      <a:pt x="15441" y="3264"/>
                    </a:cubicBezTo>
                    <a:lnTo>
                      <a:pt x="15434" y="3265"/>
                    </a:lnTo>
                    <a:cubicBezTo>
                      <a:pt x="15378" y="3199"/>
                      <a:pt x="15301" y="3213"/>
                      <a:pt x="15228" y="3233"/>
                    </a:cubicBezTo>
                    <a:cubicBezTo>
                      <a:pt x="15222" y="3308"/>
                      <a:pt x="15219" y="3382"/>
                      <a:pt x="15217" y="3457"/>
                    </a:cubicBezTo>
                    <a:cubicBezTo>
                      <a:pt x="10221" y="3454"/>
                      <a:pt x="5226" y="3463"/>
                      <a:pt x="231" y="3452"/>
                    </a:cubicBezTo>
                    <a:moveTo>
                      <a:pt x="1998" y="2892"/>
                    </a:moveTo>
                    <a:cubicBezTo>
                      <a:pt x="2004" y="2822"/>
                      <a:pt x="2009" y="2751"/>
                      <a:pt x="2014" y="2680"/>
                    </a:cubicBezTo>
                    <a:cubicBezTo>
                      <a:pt x="2025" y="2492"/>
                      <a:pt x="2042" y="2304"/>
                      <a:pt x="2054" y="2116"/>
                    </a:cubicBezTo>
                    <a:cubicBezTo>
                      <a:pt x="2288" y="2116"/>
                      <a:pt x="2521" y="2116"/>
                      <a:pt x="2754" y="2116"/>
                    </a:cubicBezTo>
                    <a:cubicBezTo>
                      <a:pt x="2840" y="2116"/>
                      <a:pt x="2926" y="2116"/>
                      <a:pt x="3013" y="2116"/>
                    </a:cubicBezTo>
                    <a:cubicBezTo>
                      <a:pt x="3133" y="2374"/>
                      <a:pt x="3253" y="2633"/>
                      <a:pt x="3373" y="2892"/>
                    </a:cubicBezTo>
                    <a:cubicBezTo>
                      <a:pt x="2915" y="2893"/>
                      <a:pt x="2456" y="2892"/>
                      <a:pt x="1998" y="2892"/>
                    </a:cubicBezTo>
                    <a:moveTo>
                      <a:pt x="17293" y="2892"/>
                    </a:moveTo>
                    <a:cubicBezTo>
                      <a:pt x="17333" y="2805"/>
                      <a:pt x="17374" y="2718"/>
                      <a:pt x="17411" y="2630"/>
                    </a:cubicBezTo>
                    <a:lnTo>
                      <a:pt x="17416" y="2630"/>
                    </a:lnTo>
                    <a:cubicBezTo>
                      <a:pt x="17492" y="2457"/>
                      <a:pt x="17574" y="2287"/>
                      <a:pt x="17653" y="2116"/>
                    </a:cubicBezTo>
                    <a:cubicBezTo>
                      <a:pt x="17889" y="2116"/>
                      <a:pt x="18125" y="2116"/>
                      <a:pt x="18361" y="2116"/>
                    </a:cubicBezTo>
                    <a:cubicBezTo>
                      <a:pt x="18444" y="2116"/>
                      <a:pt x="18528" y="2116"/>
                      <a:pt x="18611" y="2116"/>
                    </a:cubicBezTo>
                    <a:cubicBezTo>
                      <a:pt x="18631" y="2375"/>
                      <a:pt x="18648" y="2634"/>
                      <a:pt x="18668" y="2892"/>
                    </a:cubicBezTo>
                    <a:cubicBezTo>
                      <a:pt x="18209" y="2892"/>
                      <a:pt x="17751" y="2892"/>
                      <a:pt x="17293" y="2892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4" name="Freeform 198"/>
              <p:cNvSpPr/>
              <p:nvPr/>
            </p:nvSpPr>
            <p:spPr bwMode="auto">
              <a:xfrm flipV="1">
                <a:off x="3706" y="2363"/>
                <a:ext cx="277" cy="135"/>
              </a:xfrm>
              <a:custGeom>
                <a:avLst/>
                <a:gdLst>
                  <a:gd name="T0" fmla="*/ 668 w 1218"/>
                  <a:gd name="T1" fmla="*/ 551 h 591"/>
                  <a:gd name="T2" fmla="*/ 1106 w 1218"/>
                  <a:gd name="T3" fmla="*/ 564 h 591"/>
                  <a:gd name="T4" fmla="*/ 1160 w 1218"/>
                  <a:gd name="T5" fmla="*/ 386 h 591"/>
                  <a:gd name="T6" fmla="*/ 1003 w 1218"/>
                  <a:gd name="T7" fmla="*/ 361 h 591"/>
                  <a:gd name="T8" fmla="*/ 195 w 1218"/>
                  <a:gd name="T9" fmla="*/ 78 h 591"/>
                  <a:gd name="T10" fmla="*/ 14 w 1218"/>
                  <a:gd name="T11" fmla="*/ 155 h 591"/>
                  <a:gd name="T12" fmla="*/ 80 w 1218"/>
                  <a:gd name="T13" fmla="*/ 261 h 591"/>
                  <a:gd name="T14" fmla="*/ 668 w 1218"/>
                  <a:gd name="T15" fmla="*/ 551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8" h="591">
                    <a:moveTo>
                      <a:pt x="668" y="551"/>
                    </a:moveTo>
                    <a:cubicBezTo>
                      <a:pt x="812" y="575"/>
                      <a:pt x="961" y="591"/>
                      <a:pt x="1106" y="564"/>
                    </a:cubicBezTo>
                    <a:cubicBezTo>
                      <a:pt x="1187" y="554"/>
                      <a:pt x="1218" y="440"/>
                      <a:pt x="1160" y="386"/>
                    </a:cubicBezTo>
                    <a:cubicBezTo>
                      <a:pt x="1122" y="340"/>
                      <a:pt x="1053" y="367"/>
                      <a:pt x="1003" y="361"/>
                    </a:cubicBezTo>
                    <a:cubicBezTo>
                      <a:pt x="709" y="382"/>
                      <a:pt x="410" y="281"/>
                      <a:pt x="195" y="78"/>
                    </a:cubicBezTo>
                    <a:cubicBezTo>
                      <a:pt x="135" y="0"/>
                      <a:pt x="0" y="61"/>
                      <a:pt x="14" y="155"/>
                    </a:cubicBezTo>
                    <a:cubicBezTo>
                      <a:pt x="8" y="202"/>
                      <a:pt x="52" y="231"/>
                      <a:pt x="80" y="261"/>
                    </a:cubicBezTo>
                    <a:cubicBezTo>
                      <a:pt x="243" y="411"/>
                      <a:pt x="451" y="509"/>
                      <a:pt x="668" y="551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5" name="Freeform 199"/>
              <p:cNvSpPr/>
              <p:nvPr/>
            </p:nvSpPr>
            <p:spPr bwMode="auto">
              <a:xfrm flipV="1">
                <a:off x="4281" y="2355"/>
                <a:ext cx="292" cy="148"/>
              </a:xfrm>
              <a:custGeom>
                <a:avLst/>
                <a:gdLst>
                  <a:gd name="T0" fmla="*/ 108 w 1286"/>
                  <a:gd name="T1" fmla="*/ 582 h 651"/>
                  <a:gd name="T2" fmla="*/ 1203 w 1286"/>
                  <a:gd name="T3" fmla="*/ 236 h 651"/>
                  <a:gd name="T4" fmla="*/ 1041 w 1286"/>
                  <a:gd name="T5" fmla="*/ 103 h 651"/>
                  <a:gd name="T6" fmla="*/ 163 w 1286"/>
                  <a:gd name="T7" fmla="*/ 385 h 651"/>
                  <a:gd name="T8" fmla="*/ 108 w 1286"/>
                  <a:gd name="T9" fmla="*/ 582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6" h="651">
                    <a:moveTo>
                      <a:pt x="108" y="582"/>
                    </a:moveTo>
                    <a:cubicBezTo>
                      <a:pt x="496" y="651"/>
                      <a:pt x="931" y="527"/>
                      <a:pt x="1203" y="236"/>
                    </a:cubicBezTo>
                    <a:cubicBezTo>
                      <a:pt x="1286" y="138"/>
                      <a:pt x="1123" y="0"/>
                      <a:pt x="1041" y="103"/>
                    </a:cubicBezTo>
                    <a:cubicBezTo>
                      <a:pt x="809" y="325"/>
                      <a:pt x="478" y="415"/>
                      <a:pt x="163" y="385"/>
                    </a:cubicBezTo>
                    <a:cubicBezTo>
                      <a:pt x="47" y="351"/>
                      <a:pt x="0" y="547"/>
                      <a:pt x="108" y="582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6" name="Freeform 200"/>
              <p:cNvSpPr/>
              <p:nvPr/>
            </p:nvSpPr>
            <p:spPr bwMode="auto">
              <a:xfrm flipV="1">
                <a:off x="3779" y="2529"/>
                <a:ext cx="276" cy="186"/>
              </a:xfrm>
              <a:custGeom>
                <a:avLst/>
                <a:gdLst>
                  <a:gd name="T0" fmla="*/ 413 w 1216"/>
                  <a:gd name="T1" fmla="*/ 700 h 818"/>
                  <a:gd name="T2" fmla="*/ 1175 w 1216"/>
                  <a:gd name="T3" fmla="*/ 263 h 818"/>
                  <a:gd name="T4" fmla="*/ 1135 w 1216"/>
                  <a:gd name="T5" fmla="*/ 49 h 818"/>
                  <a:gd name="T6" fmla="*/ 993 w 1216"/>
                  <a:gd name="T7" fmla="*/ 82 h 818"/>
                  <a:gd name="T8" fmla="*/ 896 w 1216"/>
                  <a:gd name="T9" fmla="*/ 371 h 818"/>
                  <a:gd name="T10" fmla="*/ 366 w 1216"/>
                  <a:gd name="T11" fmla="*/ 434 h 818"/>
                  <a:gd name="T12" fmla="*/ 210 w 1216"/>
                  <a:gd name="T13" fmla="*/ 90 h 818"/>
                  <a:gd name="T14" fmla="*/ 12 w 1216"/>
                  <a:gd name="T15" fmla="*/ 124 h 818"/>
                  <a:gd name="T16" fmla="*/ 413 w 1216"/>
                  <a:gd name="T17" fmla="*/ 700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16" h="818">
                    <a:moveTo>
                      <a:pt x="413" y="700"/>
                    </a:moveTo>
                    <a:cubicBezTo>
                      <a:pt x="733" y="818"/>
                      <a:pt x="1117" y="599"/>
                      <a:pt x="1175" y="263"/>
                    </a:cubicBezTo>
                    <a:cubicBezTo>
                      <a:pt x="1178" y="194"/>
                      <a:pt x="1216" y="87"/>
                      <a:pt x="1135" y="49"/>
                    </a:cubicBezTo>
                    <a:cubicBezTo>
                      <a:pt x="1089" y="21"/>
                      <a:pt x="1019" y="34"/>
                      <a:pt x="993" y="82"/>
                    </a:cubicBezTo>
                    <a:cubicBezTo>
                      <a:pt x="962" y="178"/>
                      <a:pt x="968" y="291"/>
                      <a:pt x="896" y="371"/>
                    </a:cubicBezTo>
                    <a:cubicBezTo>
                      <a:pt x="776" y="534"/>
                      <a:pt x="521" y="568"/>
                      <a:pt x="366" y="434"/>
                    </a:cubicBezTo>
                    <a:cubicBezTo>
                      <a:pt x="255" y="355"/>
                      <a:pt x="234" y="214"/>
                      <a:pt x="210" y="90"/>
                    </a:cubicBezTo>
                    <a:cubicBezTo>
                      <a:pt x="172" y="0"/>
                      <a:pt x="22" y="27"/>
                      <a:pt x="12" y="124"/>
                    </a:cubicBezTo>
                    <a:cubicBezTo>
                      <a:pt x="0" y="377"/>
                      <a:pt x="172" y="624"/>
                      <a:pt x="413" y="700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7" name="Freeform 201"/>
              <p:cNvSpPr/>
              <p:nvPr/>
            </p:nvSpPr>
            <p:spPr bwMode="auto">
              <a:xfrm flipV="1">
                <a:off x="4216" y="2535"/>
                <a:ext cx="271" cy="178"/>
              </a:xfrm>
              <a:custGeom>
                <a:avLst/>
                <a:gdLst>
                  <a:gd name="T0" fmla="*/ 220 w 1192"/>
                  <a:gd name="T1" fmla="*/ 588 h 784"/>
                  <a:gd name="T2" fmla="*/ 1020 w 1192"/>
                  <a:gd name="T3" fmla="*/ 546 h 784"/>
                  <a:gd name="T4" fmla="*/ 1186 w 1192"/>
                  <a:gd name="T5" fmla="*/ 118 h 784"/>
                  <a:gd name="T6" fmla="*/ 1048 w 1192"/>
                  <a:gd name="T7" fmla="*/ 31 h 784"/>
                  <a:gd name="T8" fmla="*/ 947 w 1192"/>
                  <a:gd name="T9" fmla="*/ 265 h 784"/>
                  <a:gd name="T10" fmla="*/ 357 w 1192"/>
                  <a:gd name="T11" fmla="*/ 422 h 784"/>
                  <a:gd name="T12" fmla="*/ 205 w 1192"/>
                  <a:gd name="T13" fmla="*/ 75 h 784"/>
                  <a:gd name="T14" fmla="*/ 12 w 1192"/>
                  <a:gd name="T15" fmla="*/ 71 h 784"/>
                  <a:gd name="T16" fmla="*/ 220 w 1192"/>
                  <a:gd name="T17" fmla="*/ 588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2" h="784">
                    <a:moveTo>
                      <a:pt x="220" y="588"/>
                    </a:moveTo>
                    <a:cubicBezTo>
                      <a:pt x="444" y="784"/>
                      <a:pt x="818" y="765"/>
                      <a:pt x="1020" y="546"/>
                    </a:cubicBezTo>
                    <a:cubicBezTo>
                      <a:pt x="1131" y="434"/>
                      <a:pt x="1192" y="275"/>
                      <a:pt x="1186" y="118"/>
                    </a:cubicBezTo>
                    <a:cubicBezTo>
                      <a:pt x="1176" y="54"/>
                      <a:pt x="1110" y="15"/>
                      <a:pt x="1048" y="31"/>
                    </a:cubicBezTo>
                    <a:cubicBezTo>
                      <a:pt x="954" y="67"/>
                      <a:pt x="983" y="188"/>
                      <a:pt x="947" y="265"/>
                    </a:cubicBezTo>
                    <a:cubicBezTo>
                      <a:pt x="874" y="504"/>
                      <a:pt x="540" y="593"/>
                      <a:pt x="357" y="422"/>
                    </a:cubicBezTo>
                    <a:cubicBezTo>
                      <a:pt x="244" y="340"/>
                      <a:pt x="238" y="197"/>
                      <a:pt x="205" y="75"/>
                    </a:cubicBezTo>
                    <a:cubicBezTo>
                      <a:pt x="162" y="0"/>
                      <a:pt x="71" y="39"/>
                      <a:pt x="12" y="71"/>
                    </a:cubicBezTo>
                    <a:cubicBezTo>
                      <a:pt x="0" y="264"/>
                      <a:pt x="67" y="464"/>
                      <a:pt x="220" y="588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8" name="Freeform 202"/>
              <p:cNvSpPr>
                <a:spLocks noEditPoints="1"/>
              </p:cNvSpPr>
              <p:nvPr/>
            </p:nvSpPr>
            <p:spPr bwMode="auto">
              <a:xfrm flipV="1">
                <a:off x="3875" y="2803"/>
                <a:ext cx="512" cy="282"/>
              </a:xfrm>
              <a:custGeom>
                <a:avLst/>
                <a:gdLst>
                  <a:gd name="T0" fmla="*/ 300 w 2256"/>
                  <a:gd name="T1" fmla="*/ 1217 h 1243"/>
                  <a:gd name="T2" fmla="*/ 648 w 2256"/>
                  <a:gd name="T3" fmla="*/ 1242 h 1243"/>
                  <a:gd name="T4" fmla="*/ 1743 w 2256"/>
                  <a:gd name="T5" fmla="*/ 1242 h 1243"/>
                  <a:gd name="T6" fmla="*/ 2151 w 2256"/>
                  <a:gd name="T7" fmla="*/ 1137 h 1243"/>
                  <a:gd name="T8" fmla="*/ 2210 w 2256"/>
                  <a:gd name="T9" fmla="*/ 818 h 1243"/>
                  <a:gd name="T10" fmla="*/ 1524 w 2256"/>
                  <a:gd name="T11" fmla="*/ 137 h 1243"/>
                  <a:gd name="T12" fmla="*/ 471 w 2256"/>
                  <a:gd name="T13" fmla="*/ 303 h 1243"/>
                  <a:gd name="T14" fmla="*/ 55 w 2256"/>
                  <a:gd name="T15" fmla="*/ 867 h 1243"/>
                  <a:gd name="T16" fmla="*/ 300 w 2256"/>
                  <a:gd name="T17" fmla="*/ 1217 h 1243"/>
                  <a:gd name="T18" fmla="*/ 585 w 2256"/>
                  <a:gd name="T19" fmla="*/ 485 h 1243"/>
                  <a:gd name="T20" fmla="*/ 1140 w 2256"/>
                  <a:gd name="T21" fmla="*/ 282 h 1243"/>
                  <a:gd name="T22" fmla="*/ 1700 w 2256"/>
                  <a:gd name="T23" fmla="*/ 485 h 1243"/>
                  <a:gd name="T24" fmla="*/ 1176 w 2256"/>
                  <a:gd name="T25" fmla="*/ 808 h 1243"/>
                  <a:gd name="T26" fmla="*/ 585 w 2256"/>
                  <a:gd name="T27" fmla="*/ 485 h 1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56" h="1243">
                    <a:moveTo>
                      <a:pt x="300" y="1217"/>
                    </a:moveTo>
                    <a:cubicBezTo>
                      <a:pt x="415" y="1242"/>
                      <a:pt x="532" y="1243"/>
                      <a:pt x="648" y="1242"/>
                    </a:cubicBezTo>
                    <a:cubicBezTo>
                      <a:pt x="1013" y="1241"/>
                      <a:pt x="1378" y="1243"/>
                      <a:pt x="1743" y="1242"/>
                    </a:cubicBezTo>
                    <a:cubicBezTo>
                      <a:pt x="1883" y="1237"/>
                      <a:pt x="2038" y="1231"/>
                      <a:pt x="2151" y="1137"/>
                    </a:cubicBezTo>
                    <a:cubicBezTo>
                      <a:pt x="2239" y="1057"/>
                      <a:pt x="2256" y="924"/>
                      <a:pt x="2210" y="818"/>
                    </a:cubicBezTo>
                    <a:cubicBezTo>
                      <a:pt x="2079" y="516"/>
                      <a:pt x="1835" y="256"/>
                      <a:pt x="1524" y="137"/>
                    </a:cubicBezTo>
                    <a:cubicBezTo>
                      <a:pt x="1177" y="0"/>
                      <a:pt x="759" y="66"/>
                      <a:pt x="471" y="303"/>
                    </a:cubicBezTo>
                    <a:cubicBezTo>
                      <a:pt x="291" y="454"/>
                      <a:pt x="132" y="644"/>
                      <a:pt x="55" y="867"/>
                    </a:cubicBezTo>
                    <a:cubicBezTo>
                      <a:pt x="0" y="1034"/>
                      <a:pt x="138" y="1195"/>
                      <a:pt x="300" y="1217"/>
                    </a:cubicBezTo>
                    <a:moveTo>
                      <a:pt x="585" y="485"/>
                    </a:moveTo>
                    <a:cubicBezTo>
                      <a:pt x="745" y="365"/>
                      <a:pt x="936" y="273"/>
                      <a:pt x="1140" y="282"/>
                    </a:cubicBezTo>
                    <a:cubicBezTo>
                      <a:pt x="1346" y="274"/>
                      <a:pt x="1540" y="362"/>
                      <a:pt x="1700" y="485"/>
                    </a:cubicBezTo>
                    <a:cubicBezTo>
                      <a:pt x="1584" y="663"/>
                      <a:pt x="1393" y="800"/>
                      <a:pt x="1176" y="808"/>
                    </a:cubicBezTo>
                    <a:cubicBezTo>
                      <a:pt x="936" y="826"/>
                      <a:pt x="711" y="683"/>
                      <a:pt x="585" y="485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9" name="Freeform 203"/>
              <p:cNvSpPr/>
              <p:nvPr/>
            </p:nvSpPr>
            <p:spPr bwMode="auto">
              <a:xfrm flipV="1">
                <a:off x="2294" y="3105"/>
                <a:ext cx="78" cy="87"/>
              </a:xfrm>
              <a:custGeom>
                <a:avLst/>
                <a:gdLst>
                  <a:gd name="T0" fmla="*/ 115 w 346"/>
                  <a:gd name="T1" fmla="*/ 334 h 381"/>
                  <a:gd name="T2" fmla="*/ 322 w 346"/>
                  <a:gd name="T3" fmla="*/ 177 h 381"/>
                  <a:gd name="T4" fmla="*/ 57 w 346"/>
                  <a:gd name="T5" fmla="*/ 105 h 381"/>
                  <a:gd name="T6" fmla="*/ 115 w 346"/>
                  <a:gd name="T7" fmla="*/ 334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6" h="381">
                    <a:moveTo>
                      <a:pt x="115" y="334"/>
                    </a:moveTo>
                    <a:cubicBezTo>
                      <a:pt x="213" y="381"/>
                      <a:pt x="346" y="287"/>
                      <a:pt x="322" y="177"/>
                    </a:cubicBezTo>
                    <a:cubicBezTo>
                      <a:pt x="320" y="46"/>
                      <a:pt x="126" y="0"/>
                      <a:pt x="57" y="105"/>
                    </a:cubicBezTo>
                    <a:cubicBezTo>
                      <a:pt x="0" y="179"/>
                      <a:pt x="28" y="297"/>
                      <a:pt x="115" y="334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0" name="Freeform 204"/>
              <p:cNvSpPr>
                <a:spLocks noEditPoints="1"/>
              </p:cNvSpPr>
              <p:nvPr/>
            </p:nvSpPr>
            <p:spPr bwMode="auto">
              <a:xfrm flipV="1">
                <a:off x="5552" y="3157"/>
                <a:ext cx="154" cy="220"/>
              </a:xfrm>
              <a:custGeom>
                <a:avLst/>
                <a:gdLst>
                  <a:gd name="T0" fmla="*/ 224 w 678"/>
                  <a:gd name="T1" fmla="*/ 901 h 968"/>
                  <a:gd name="T2" fmla="*/ 656 w 678"/>
                  <a:gd name="T3" fmla="*/ 708 h 968"/>
                  <a:gd name="T4" fmla="*/ 656 w 678"/>
                  <a:gd name="T5" fmla="*/ 286 h 968"/>
                  <a:gd name="T6" fmla="*/ 123 w 678"/>
                  <a:gd name="T7" fmla="*/ 162 h 968"/>
                  <a:gd name="T8" fmla="*/ 34 w 678"/>
                  <a:gd name="T9" fmla="*/ 606 h 968"/>
                  <a:gd name="T10" fmla="*/ 224 w 678"/>
                  <a:gd name="T11" fmla="*/ 901 h 968"/>
                  <a:gd name="T12" fmla="*/ 382 w 678"/>
                  <a:gd name="T13" fmla="*/ 790 h 968"/>
                  <a:gd name="T14" fmla="*/ 517 w 678"/>
                  <a:gd name="T15" fmla="*/ 306 h 968"/>
                  <a:gd name="T16" fmla="*/ 522 w 678"/>
                  <a:gd name="T17" fmla="*/ 640 h 968"/>
                  <a:gd name="T18" fmla="*/ 382 w 678"/>
                  <a:gd name="T19" fmla="*/ 790 h 968"/>
                  <a:gd name="T20" fmla="*/ 181 w 678"/>
                  <a:gd name="T21" fmla="*/ 359 h 968"/>
                  <a:gd name="T22" fmla="*/ 336 w 678"/>
                  <a:gd name="T23" fmla="*/ 229 h 968"/>
                  <a:gd name="T24" fmla="*/ 198 w 678"/>
                  <a:gd name="T25" fmla="*/ 717 h 968"/>
                  <a:gd name="T26" fmla="*/ 181 w 678"/>
                  <a:gd name="T27" fmla="*/ 359 h 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78" h="968">
                    <a:moveTo>
                      <a:pt x="224" y="901"/>
                    </a:moveTo>
                    <a:cubicBezTo>
                      <a:pt x="389" y="968"/>
                      <a:pt x="608" y="887"/>
                      <a:pt x="656" y="708"/>
                    </a:cubicBezTo>
                    <a:cubicBezTo>
                      <a:pt x="677" y="569"/>
                      <a:pt x="678" y="424"/>
                      <a:pt x="656" y="286"/>
                    </a:cubicBezTo>
                    <a:cubicBezTo>
                      <a:pt x="596" y="63"/>
                      <a:pt x="276" y="0"/>
                      <a:pt x="123" y="162"/>
                    </a:cubicBezTo>
                    <a:cubicBezTo>
                      <a:pt x="0" y="275"/>
                      <a:pt x="38" y="457"/>
                      <a:pt x="34" y="606"/>
                    </a:cubicBezTo>
                    <a:cubicBezTo>
                      <a:pt x="27" y="732"/>
                      <a:pt x="106" y="855"/>
                      <a:pt x="224" y="901"/>
                    </a:cubicBezTo>
                    <a:moveTo>
                      <a:pt x="382" y="790"/>
                    </a:moveTo>
                    <a:cubicBezTo>
                      <a:pt x="323" y="615"/>
                      <a:pt x="447" y="456"/>
                      <a:pt x="517" y="306"/>
                    </a:cubicBezTo>
                    <a:cubicBezTo>
                      <a:pt x="527" y="417"/>
                      <a:pt x="537" y="529"/>
                      <a:pt x="522" y="640"/>
                    </a:cubicBezTo>
                    <a:cubicBezTo>
                      <a:pt x="513" y="717"/>
                      <a:pt x="437" y="751"/>
                      <a:pt x="382" y="790"/>
                    </a:cubicBezTo>
                    <a:moveTo>
                      <a:pt x="181" y="359"/>
                    </a:moveTo>
                    <a:cubicBezTo>
                      <a:pt x="191" y="288"/>
                      <a:pt x="258" y="209"/>
                      <a:pt x="336" y="229"/>
                    </a:cubicBezTo>
                    <a:cubicBezTo>
                      <a:pt x="347" y="403"/>
                      <a:pt x="209" y="543"/>
                      <a:pt x="198" y="717"/>
                    </a:cubicBezTo>
                    <a:cubicBezTo>
                      <a:pt x="173" y="599"/>
                      <a:pt x="163" y="478"/>
                      <a:pt x="181" y="359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1" name="Freeform 205"/>
              <p:cNvSpPr>
                <a:spLocks noEditPoints="1"/>
              </p:cNvSpPr>
              <p:nvPr/>
            </p:nvSpPr>
            <p:spPr bwMode="auto">
              <a:xfrm flipV="1">
                <a:off x="4027" y="3316"/>
                <a:ext cx="194" cy="201"/>
              </a:xfrm>
              <a:custGeom>
                <a:avLst/>
                <a:gdLst>
                  <a:gd name="T0" fmla="*/ 310 w 852"/>
                  <a:gd name="T1" fmla="*/ 778 h 884"/>
                  <a:gd name="T2" fmla="*/ 782 w 852"/>
                  <a:gd name="T3" fmla="*/ 370 h 884"/>
                  <a:gd name="T4" fmla="*/ 204 w 852"/>
                  <a:gd name="T5" fmla="*/ 175 h 884"/>
                  <a:gd name="T6" fmla="*/ 310 w 852"/>
                  <a:gd name="T7" fmla="*/ 778 h 884"/>
                  <a:gd name="T8" fmla="*/ 378 w 852"/>
                  <a:gd name="T9" fmla="*/ 570 h 884"/>
                  <a:gd name="T10" fmla="*/ 310 w 852"/>
                  <a:gd name="T11" fmla="*/ 386 h 884"/>
                  <a:gd name="T12" fmla="*/ 548 w 852"/>
                  <a:gd name="T13" fmla="*/ 367 h 884"/>
                  <a:gd name="T14" fmla="*/ 378 w 852"/>
                  <a:gd name="T15" fmla="*/ 570 h 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2" h="884">
                    <a:moveTo>
                      <a:pt x="310" y="778"/>
                    </a:moveTo>
                    <a:cubicBezTo>
                      <a:pt x="560" y="884"/>
                      <a:pt x="852" y="633"/>
                      <a:pt x="782" y="370"/>
                    </a:cubicBezTo>
                    <a:cubicBezTo>
                      <a:pt x="741" y="114"/>
                      <a:pt x="392" y="0"/>
                      <a:pt x="204" y="175"/>
                    </a:cubicBezTo>
                    <a:cubicBezTo>
                      <a:pt x="0" y="334"/>
                      <a:pt x="62" y="699"/>
                      <a:pt x="310" y="778"/>
                    </a:cubicBezTo>
                    <a:moveTo>
                      <a:pt x="378" y="570"/>
                    </a:moveTo>
                    <a:cubicBezTo>
                      <a:pt x="313" y="541"/>
                      <a:pt x="266" y="451"/>
                      <a:pt x="310" y="386"/>
                    </a:cubicBezTo>
                    <a:cubicBezTo>
                      <a:pt x="351" y="290"/>
                      <a:pt x="493" y="276"/>
                      <a:pt x="548" y="367"/>
                    </a:cubicBezTo>
                    <a:cubicBezTo>
                      <a:pt x="640" y="469"/>
                      <a:pt x="491" y="641"/>
                      <a:pt x="378" y="570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2" name="Freeform 206"/>
              <p:cNvSpPr/>
              <p:nvPr/>
            </p:nvSpPr>
            <p:spPr bwMode="auto">
              <a:xfrm flipV="1">
                <a:off x="5625" y="3790"/>
                <a:ext cx="85" cy="54"/>
              </a:xfrm>
              <a:custGeom>
                <a:avLst/>
                <a:gdLst>
                  <a:gd name="T0" fmla="*/ 76 w 374"/>
                  <a:gd name="T1" fmla="*/ 211 h 238"/>
                  <a:gd name="T2" fmla="*/ 275 w 374"/>
                  <a:gd name="T3" fmla="*/ 221 h 238"/>
                  <a:gd name="T4" fmla="*/ 300 w 374"/>
                  <a:gd name="T5" fmla="*/ 29 h 238"/>
                  <a:gd name="T6" fmla="*/ 99 w 374"/>
                  <a:gd name="T7" fmla="*/ 17 h 238"/>
                  <a:gd name="T8" fmla="*/ 76 w 374"/>
                  <a:gd name="T9" fmla="*/ 211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4" h="238">
                    <a:moveTo>
                      <a:pt x="76" y="211"/>
                    </a:moveTo>
                    <a:cubicBezTo>
                      <a:pt x="137" y="238"/>
                      <a:pt x="209" y="227"/>
                      <a:pt x="275" y="221"/>
                    </a:cubicBezTo>
                    <a:cubicBezTo>
                      <a:pt x="359" y="198"/>
                      <a:pt x="374" y="72"/>
                      <a:pt x="300" y="29"/>
                    </a:cubicBezTo>
                    <a:cubicBezTo>
                      <a:pt x="238" y="0"/>
                      <a:pt x="164" y="12"/>
                      <a:pt x="99" y="17"/>
                    </a:cubicBezTo>
                    <a:cubicBezTo>
                      <a:pt x="14" y="40"/>
                      <a:pt x="0" y="168"/>
                      <a:pt x="76" y="211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3" name="Freeform 207"/>
              <p:cNvSpPr/>
              <p:nvPr/>
            </p:nvSpPr>
            <p:spPr bwMode="auto">
              <a:xfrm flipV="1">
                <a:off x="4182" y="3797"/>
                <a:ext cx="133" cy="54"/>
              </a:xfrm>
              <a:custGeom>
                <a:avLst/>
                <a:gdLst>
                  <a:gd name="T0" fmla="*/ 78 w 584"/>
                  <a:gd name="T1" fmla="*/ 207 h 236"/>
                  <a:gd name="T2" fmla="*/ 460 w 584"/>
                  <a:gd name="T3" fmla="*/ 220 h 236"/>
                  <a:gd name="T4" fmla="*/ 478 w 584"/>
                  <a:gd name="T5" fmla="*/ 18 h 236"/>
                  <a:gd name="T6" fmla="*/ 137 w 584"/>
                  <a:gd name="T7" fmla="*/ 12 h 236"/>
                  <a:gd name="T8" fmla="*/ 78 w 584"/>
                  <a:gd name="T9" fmla="*/ 207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4" h="236">
                    <a:moveTo>
                      <a:pt x="78" y="207"/>
                    </a:moveTo>
                    <a:cubicBezTo>
                      <a:pt x="202" y="236"/>
                      <a:pt x="333" y="218"/>
                      <a:pt x="460" y="220"/>
                    </a:cubicBezTo>
                    <a:cubicBezTo>
                      <a:pt x="569" y="228"/>
                      <a:pt x="584" y="32"/>
                      <a:pt x="478" y="18"/>
                    </a:cubicBezTo>
                    <a:cubicBezTo>
                      <a:pt x="366" y="0"/>
                      <a:pt x="250" y="7"/>
                      <a:pt x="137" y="12"/>
                    </a:cubicBezTo>
                    <a:cubicBezTo>
                      <a:pt x="36" y="6"/>
                      <a:pt x="0" y="155"/>
                      <a:pt x="78" y="207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4" name="Freeform 208"/>
              <p:cNvSpPr/>
              <p:nvPr/>
            </p:nvSpPr>
            <p:spPr bwMode="auto">
              <a:xfrm flipV="1">
                <a:off x="2345" y="4607"/>
                <a:ext cx="55" cy="106"/>
              </a:xfrm>
              <a:custGeom>
                <a:avLst/>
                <a:gdLst>
                  <a:gd name="T0" fmla="*/ 59 w 243"/>
                  <a:gd name="T1" fmla="*/ 412 h 466"/>
                  <a:gd name="T2" fmla="*/ 243 w 243"/>
                  <a:gd name="T3" fmla="*/ 351 h 466"/>
                  <a:gd name="T4" fmla="*/ 200 w 243"/>
                  <a:gd name="T5" fmla="*/ 84 h 466"/>
                  <a:gd name="T6" fmla="*/ 5 w 243"/>
                  <a:gd name="T7" fmla="*/ 133 h 466"/>
                  <a:gd name="T8" fmla="*/ 59 w 243"/>
                  <a:gd name="T9" fmla="*/ 412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3" h="466">
                    <a:moveTo>
                      <a:pt x="59" y="412"/>
                    </a:moveTo>
                    <a:cubicBezTo>
                      <a:pt x="119" y="466"/>
                      <a:pt x="236" y="439"/>
                      <a:pt x="243" y="351"/>
                    </a:cubicBezTo>
                    <a:cubicBezTo>
                      <a:pt x="240" y="261"/>
                      <a:pt x="231" y="169"/>
                      <a:pt x="200" y="84"/>
                    </a:cubicBezTo>
                    <a:cubicBezTo>
                      <a:pt x="156" y="0"/>
                      <a:pt x="0" y="32"/>
                      <a:pt x="5" y="133"/>
                    </a:cubicBezTo>
                    <a:cubicBezTo>
                      <a:pt x="12" y="227"/>
                      <a:pt x="12" y="328"/>
                      <a:pt x="59" y="412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05" name="Freeform 209"/>
              <p:cNvSpPr/>
              <p:nvPr/>
            </p:nvSpPr>
            <p:spPr bwMode="auto">
              <a:xfrm flipV="1">
                <a:off x="5814" y="4636"/>
                <a:ext cx="57" cy="94"/>
              </a:xfrm>
              <a:custGeom>
                <a:avLst/>
                <a:gdLst>
                  <a:gd name="T0" fmla="*/ 13 w 253"/>
                  <a:gd name="T1" fmla="*/ 343 h 415"/>
                  <a:gd name="T2" fmla="*/ 198 w 253"/>
                  <a:gd name="T3" fmla="*/ 366 h 415"/>
                  <a:gd name="T4" fmla="*/ 234 w 253"/>
                  <a:gd name="T5" fmla="*/ 0 h 415"/>
                  <a:gd name="T6" fmla="*/ 55 w 253"/>
                  <a:gd name="T7" fmla="*/ 0 h 415"/>
                  <a:gd name="T8" fmla="*/ 13 w 253"/>
                  <a:gd name="T9" fmla="*/ 343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3" h="415">
                    <a:moveTo>
                      <a:pt x="13" y="343"/>
                    </a:moveTo>
                    <a:cubicBezTo>
                      <a:pt x="51" y="410"/>
                      <a:pt x="144" y="415"/>
                      <a:pt x="198" y="366"/>
                    </a:cubicBezTo>
                    <a:cubicBezTo>
                      <a:pt x="242" y="250"/>
                      <a:pt x="253" y="122"/>
                      <a:pt x="234" y="0"/>
                    </a:cubicBezTo>
                    <a:lnTo>
                      <a:pt x="55" y="0"/>
                    </a:lnTo>
                    <a:cubicBezTo>
                      <a:pt x="32" y="112"/>
                      <a:pt x="0" y="227"/>
                      <a:pt x="13" y="343"/>
                    </a:cubicBezTo>
                  </a:path>
                </a:pathLst>
              </a:custGeom>
              <a:solidFill>
                <a:srgbClr val="121F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1" name="Group 214"/>
            <p:cNvGrpSpPr/>
            <p:nvPr/>
          </p:nvGrpSpPr>
          <p:grpSpPr bwMode="auto">
            <a:xfrm>
              <a:off x="4492626" y="3382963"/>
              <a:ext cx="3536950" cy="1736725"/>
              <a:chOff x="2830" y="2131"/>
              <a:chExt cx="2228" cy="1094"/>
            </a:xfrm>
          </p:grpSpPr>
          <p:sp>
            <p:nvSpPr>
              <p:cNvPr id="87" name="Freeform 211"/>
              <p:cNvSpPr>
                <a:spLocks noEditPoints="1"/>
              </p:cNvSpPr>
              <p:nvPr/>
            </p:nvSpPr>
            <p:spPr bwMode="auto">
              <a:xfrm flipV="1">
                <a:off x="3179" y="2131"/>
                <a:ext cx="1879" cy="1094"/>
              </a:xfrm>
              <a:custGeom>
                <a:avLst/>
                <a:gdLst>
                  <a:gd name="T0" fmla="*/ 13 w 8276"/>
                  <a:gd name="T1" fmla="*/ 4243 h 4818"/>
                  <a:gd name="T2" fmla="*/ 607 w 8276"/>
                  <a:gd name="T3" fmla="*/ 4803 h 4818"/>
                  <a:gd name="T4" fmla="*/ 7662 w 8276"/>
                  <a:gd name="T5" fmla="*/ 4803 h 4818"/>
                  <a:gd name="T6" fmla="*/ 8263 w 8276"/>
                  <a:gd name="T7" fmla="*/ 4204 h 4818"/>
                  <a:gd name="T8" fmla="*/ 8262 w 8276"/>
                  <a:gd name="T9" fmla="*/ 5 h 4818"/>
                  <a:gd name="T10" fmla="*/ 4960 w 8276"/>
                  <a:gd name="T11" fmla="*/ 8 h 4818"/>
                  <a:gd name="T12" fmla="*/ 1007 w 8276"/>
                  <a:gd name="T13" fmla="*/ 2321 h 4818"/>
                  <a:gd name="T14" fmla="*/ 911 w 8276"/>
                  <a:gd name="T15" fmla="*/ 2847 h 4818"/>
                  <a:gd name="T16" fmla="*/ 7 w 8276"/>
                  <a:gd name="T17" fmla="*/ 3266 h 4818"/>
                  <a:gd name="T18" fmla="*/ 13 w 8276"/>
                  <a:gd name="T19" fmla="*/ 4243 h 4818"/>
                  <a:gd name="T20" fmla="*/ 2990 w 8276"/>
                  <a:gd name="T21" fmla="*/ 3753 h 4818"/>
                  <a:gd name="T22" fmla="*/ 2402 w 8276"/>
                  <a:gd name="T23" fmla="*/ 3463 h 4818"/>
                  <a:gd name="T24" fmla="*/ 2336 w 8276"/>
                  <a:gd name="T25" fmla="*/ 3357 h 4818"/>
                  <a:gd name="T26" fmla="*/ 2517 w 8276"/>
                  <a:gd name="T27" fmla="*/ 3280 h 4818"/>
                  <a:gd name="T28" fmla="*/ 3325 w 8276"/>
                  <a:gd name="T29" fmla="*/ 3563 h 4818"/>
                  <a:gd name="T30" fmla="*/ 3482 w 8276"/>
                  <a:gd name="T31" fmla="*/ 3588 h 4818"/>
                  <a:gd name="T32" fmla="*/ 3428 w 8276"/>
                  <a:gd name="T33" fmla="*/ 3766 h 4818"/>
                  <a:gd name="T34" fmla="*/ 2990 w 8276"/>
                  <a:gd name="T35" fmla="*/ 3753 h 4818"/>
                  <a:gd name="T36" fmla="*/ 4961 w 8276"/>
                  <a:gd name="T37" fmla="*/ 3759 h 4818"/>
                  <a:gd name="T38" fmla="*/ 5016 w 8276"/>
                  <a:gd name="T39" fmla="*/ 3562 h 4818"/>
                  <a:gd name="T40" fmla="*/ 5894 w 8276"/>
                  <a:gd name="T41" fmla="*/ 3280 h 4818"/>
                  <a:gd name="T42" fmla="*/ 6056 w 8276"/>
                  <a:gd name="T43" fmla="*/ 3413 h 4818"/>
                  <a:gd name="T44" fmla="*/ 4961 w 8276"/>
                  <a:gd name="T45" fmla="*/ 3759 h 4818"/>
                  <a:gd name="T46" fmla="*/ 3056 w 8276"/>
                  <a:gd name="T47" fmla="*/ 2947 h 4818"/>
                  <a:gd name="T48" fmla="*/ 2655 w 8276"/>
                  <a:gd name="T49" fmla="*/ 2371 h 4818"/>
                  <a:gd name="T50" fmla="*/ 2853 w 8276"/>
                  <a:gd name="T51" fmla="*/ 2337 h 4818"/>
                  <a:gd name="T52" fmla="*/ 3009 w 8276"/>
                  <a:gd name="T53" fmla="*/ 2681 h 4818"/>
                  <a:gd name="T54" fmla="*/ 3539 w 8276"/>
                  <a:gd name="T55" fmla="*/ 2618 h 4818"/>
                  <a:gd name="T56" fmla="*/ 3636 w 8276"/>
                  <a:gd name="T57" fmla="*/ 2329 h 4818"/>
                  <a:gd name="T58" fmla="*/ 3778 w 8276"/>
                  <a:gd name="T59" fmla="*/ 2296 h 4818"/>
                  <a:gd name="T60" fmla="*/ 3818 w 8276"/>
                  <a:gd name="T61" fmla="*/ 2510 h 4818"/>
                  <a:gd name="T62" fmla="*/ 3056 w 8276"/>
                  <a:gd name="T63" fmla="*/ 2947 h 4818"/>
                  <a:gd name="T64" fmla="*/ 4789 w 8276"/>
                  <a:gd name="T65" fmla="*/ 2841 h 4818"/>
                  <a:gd name="T66" fmla="*/ 4581 w 8276"/>
                  <a:gd name="T67" fmla="*/ 2324 h 4818"/>
                  <a:gd name="T68" fmla="*/ 4774 w 8276"/>
                  <a:gd name="T69" fmla="*/ 2328 h 4818"/>
                  <a:gd name="T70" fmla="*/ 4926 w 8276"/>
                  <a:gd name="T71" fmla="*/ 2675 h 4818"/>
                  <a:gd name="T72" fmla="*/ 5516 w 8276"/>
                  <a:gd name="T73" fmla="*/ 2518 h 4818"/>
                  <a:gd name="T74" fmla="*/ 5617 w 8276"/>
                  <a:gd name="T75" fmla="*/ 2284 h 4818"/>
                  <a:gd name="T76" fmla="*/ 5755 w 8276"/>
                  <a:gd name="T77" fmla="*/ 2371 h 4818"/>
                  <a:gd name="T78" fmla="*/ 5589 w 8276"/>
                  <a:gd name="T79" fmla="*/ 2799 h 4818"/>
                  <a:gd name="T80" fmla="*/ 4789 w 8276"/>
                  <a:gd name="T81" fmla="*/ 2841 h 4818"/>
                  <a:gd name="T82" fmla="*/ 3364 w 8276"/>
                  <a:gd name="T83" fmla="*/ 1832 h 4818"/>
                  <a:gd name="T84" fmla="*/ 3119 w 8276"/>
                  <a:gd name="T85" fmla="*/ 1482 h 4818"/>
                  <a:gd name="T86" fmla="*/ 3535 w 8276"/>
                  <a:gd name="T87" fmla="*/ 918 h 4818"/>
                  <a:gd name="T88" fmla="*/ 4588 w 8276"/>
                  <a:gd name="T89" fmla="*/ 752 h 4818"/>
                  <a:gd name="T90" fmla="*/ 5274 w 8276"/>
                  <a:gd name="T91" fmla="*/ 1433 h 4818"/>
                  <a:gd name="T92" fmla="*/ 5215 w 8276"/>
                  <a:gd name="T93" fmla="*/ 1752 h 4818"/>
                  <a:gd name="T94" fmla="*/ 4807 w 8276"/>
                  <a:gd name="T95" fmla="*/ 1857 h 4818"/>
                  <a:gd name="T96" fmla="*/ 3712 w 8276"/>
                  <a:gd name="T97" fmla="*/ 1857 h 4818"/>
                  <a:gd name="T98" fmla="*/ 3364 w 8276"/>
                  <a:gd name="T99" fmla="*/ 1832 h 4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276" h="4818">
                    <a:moveTo>
                      <a:pt x="13" y="4243"/>
                    </a:moveTo>
                    <a:cubicBezTo>
                      <a:pt x="28" y="4545"/>
                      <a:pt x="302" y="4812"/>
                      <a:pt x="607" y="4803"/>
                    </a:cubicBezTo>
                    <a:cubicBezTo>
                      <a:pt x="2959" y="4803"/>
                      <a:pt x="5310" y="4802"/>
                      <a:pt x="7662" y="4803"/>
                    </a:cubicBezTo>
                    <a:cubicBezTo>
                      <a:pt x="7982" y="4818"/>
                      <a:pt x="8276" y="4524"/>
                      <a:pt x="8263" y="4204"/>
                    </a:cubicBezTo>
                    <a:cubicBezTo>
                      <a:pt x="8262" y="2804"/>
                      <a:pt x="8263" y="1404"/>
                      <a:pt x="8262" y="5"/>
                    </a:cubicBezTo>
                    <a:cubicBezTo>
                      <a:pt x="7161" y="7"/>
                      <a:pt x="6060" y="0"/>
                      <a:pt x="4960" y="8"/>
                    </a:cubicBezTo>
                    <a:cubicBezTo>
                      <a:pt x="3641" y="776"/>
                      <a:pt x="2330" y="1558"/>
                      <a:pt x="1007" y="2321"/>
                    </a:cubicBezTo>
                    <a:cubicBezTo>
                      <a:pt x="1143" y="2480"/>
                      <a:pt x="1110" y="2757"/>
                      <a:pt x="911" y="2847"/>
                    </a:cubicBezTo>
                    <a:cubicBezTo>
                      <a:pt x="612" y="2991"/>
                      <a:pt x="308" y="3125"/>
                      <a:pt x="7" y="3266"/>
                    </a:cubicBezTo>
                    <a:cubicBezTo>
                      <a:pt x="11" y="3592"/>
                      <a:pt x="0" y="3918"/>
                      <a:pt x="13" y="4243"/>
                    </a:cubicBezTo>
                    <a:moveTo>
                      <a:pt x="2990" y="3753"/>
                    </a:moveTo>
                    <a:cubicBezTo>
                      <a:pt x="2773" y="3711"/>
                      <a:pt x="2565" y="3613"/>
                      <a:pt x="2402" y="3463"/>
                    </a:cubicBezTo>
                    <a:cubicBezTo>
                      <a:pt x="2374" y="3433"/>
                      <a:pt x="2330" y="3404"/>
                      <a:pt x="2336" y="3357"/>
                    </a:cubicBezTo>
                    <a:cubicBezTo>
                      <a:pt x="2322" y="3263"/>
                      <a:pt x="2457" y="3202"/>
                      <a:pt x="2517" y="3280"/>
                    </a:cubicBezTo>
                    <a:cubicBezTo>
                      <a:pt x="2732" y="3483"/>
                      <a:pt x="3031" y="3584"/>
                      <a:pt x="3325" y="3563"/>
                    </a:cubicBezTo>
                    <a:cubicBezTo>
                      <a:pt x="3375" y="3569"/>
                      <a:pt x="3444" y="3542"/>
                      <a:pt x="3482" y="3588"/>
                    </a:cubicBezTo>
                    <a:cubicBezTo>
                      <a:pt x="3540" y="3642"/>
                      <a:pt x="3509" y="3756"/>
                      <a:pt x="3428" y="3766"/>
                    </a:cubicBezTo>
                    <a:cubicBezTo>
                      <a:pt x="3283" y="3793"/>
                      <a:pt x="3134" y="3777"/>
                      <a:pt x="2990" y="3753"/>
                    </a:cubicBezTo>
                    <a:moveTo>
                      <a:pt x="4961" y="3759"/>
                    </a:moveTo>
                    <a:cubicBezTo>
                      <a:pt x="4853" y="3724"/>
                      <a:pt x="4900" y="3528"/>
                      <a:pt x="5016" y="3562"/>
                    </a:cubicBezTo>
                    <a:cubicBezTo>
                      <a:pt x="5331" y="3592"/>
                      <a:pt x="5662" y="3502"/>
                      <a:pt x="5894" y="3280"/>
                    </a:cubicBezTo>
                    <a:cubicBezTo>
                      <a:pt x="5976" y="3177"/>
                      <a:pt x="6139" y="3315"/>
                      <a:pt x="6056" y="3413"/>
                    </a:cubicBezTo>
                    <a:cubicBezTo>
                      <a:pt x="5784" y="3704"/>
                      <a:pt x="5349" y="3828"/>
                      <a:pt x="4961" y="3759"/>
                    </a:cubicBezTo>
                    <a:moveTo>
                      <a:pt x="3056" y="2947"/>
                    </a:moveTo>
                    <a:cubicBezTo>
                      <a:pt x="2815" y="2871"/>
                      <a:pt x="2643" y="2624"/>
                      <a:pt x="2655" y="2371"/>
                    </a:cubicBezTo>
                    <a:cubicBezTo>
                      <a:pt x="2665" y="2274"/>
                      <a:pt x="2815" y="2247"/>
                      <a:pt x="2853" y="2337"/>
                    </a:cubicBezTo>
                    <a:cubicBezTo>
                      <a:pt x="2877" y="2461"/>
                      <a:pt x="2898" y="2602"/>
                      <a:pt x="3009" y="2681"/>
                    </a:cubicBezTo>
                    <a:cubicBezTo>
                      <a:pt x="3164" y="2815"/>
                      <a:pt x="3419" y="2781"/>
                      <a:pt x="3539" y="2618"/>
                    </a:cubicBezTo>
                    <a:cubicBezTo>
                      <a:pt x="3611" y="2538"/>
                      <a:pt x="3605" y="2425"/>
                      <a:pt x="3636" y="2329"/>
                    </a:cubicBezTo>
                    <a:cubicBezTo>
                      <a:pt x="3662" y="2281"/>
                      <a:pt x="3732" y="2268"/>
                      <a:pt x="3778" y="2296"/>
                    </a:cubicBezTo>
                    <a:cubicBezTo>
                      <a:pt x="3859" y="2334"/>
                      <a:pt x="3821" y="2441"/>
                      <a:pt x="3818" y="2510"/>
                    </a:cubicBezTo>
                    <a:cubicBezTo>
                      <a:pt x="3760" y="2846"/>
                      <a:pt x="3376" y="3065"/>
                      <a:pt x="3056" y="2947"/>
                    </a:cubicBezTo>
                    <a:moveTo>
                      <a:pt x="4789" y="2841"/>
                    </a:moveTo>
                    <a:cubicBezTo>
                      <a:pt x="4636" y="2717"/>
                      <a:pt x="4569" y="2517"/>
                      <a:pt x="4581" y="2324"/>
                    </a:cubicBezTo>
                    <a:cubicBezTo>
                      <a:pt x="4640" y="2292"/>
                      <a:pt x="4731" y="2253"/>
                      <a:pt x="4774" y="2328"/>
                    </a:cubicBezTo>
                    <a:cubicBezTo>
                      <a:pt x="4807" y="2450"/>
                      <a:pt x="4813" y="2593"/>
                      <a:pt x="4926" y="2675"/>
                    </a:cubicBezTo>
                    <a:cubicBezTo>
                      <a:pt x="5109" y="2846"/>
                      <a:pt x="5443" y="2757"/>
                      <a:pt x="5516" y="2518"/>
                    </a:cubicBezTo>
                    <a:cubicBezTo>
                      <a:pt x="5552" y="2441"/>
                      <a:pt x="5523" y="2320"/>
                      <a:pt x="5617" y="2284"/>
                    </a:cubicBezTo>
                    <a:cubicBezTo>
                      <a:pt x="5679" y="2268"/>
                      <a:pt x="5745" y="2307"/>
                      <a:pt x="5755" y="2371"/>
                    </a:cubicBezTo>
                    <a:cubicBezTo>
                      <a:pt x="5761" y="2528"/>
                      <a:pt x="5700" y="2687"/>
                      <a:pt x="5589" y="2799"/>
                    </a:cubicBezTo>
                    <a:cubicBezTo>
                      <a:pt x="5387" y="3018"/>
                      <a:pt x="5013" y="3037"/>
                      <a:pt x="4789" y="2841"/>
                    </a:cubicBezTo>
                    <a:moveTo>
                      <a:pt x="3364" y="1832"/>
                    </a:moveTo>
                    <a:cubicBezTo>
                      <a:pt x="3202" y="1810"/>
                      <a:pt x="3064" y="1649"/>
                      <a:pt x="3119" y="1482"/>
                    </a:cubicBezTo>
                    <a:cubicBezTo>
                      <a:pt x="3196" y="1259"/>
                      <a:pt x="3355" y="1069"/>
                      <a:pt x="3535" y="918"/>
                    </a:cubicBezTo>
                    <a:cubicBezTo>
                      <a:pt x="3823" y="681"/>
                      <a:pt x="4241" y="615"/>
                      <a:pt x="4588" y="752"/>
                    </a:cubicBezTo>
                    <a:cubicBezTo>
                      <a:pt x="4899" y="871"/>
                      <a:pt x="5143" y="1131"/>
                      <a:pt x="5274" y="1433"/>
                    </a:cubicBezTo>
                    <a:cubicBezTo>
                      <a:pt x="5320" y="1539"/>
                      <a:pt x="5303" y="1672"/>
                      <a:pt x="5215" y="1752"/>
                    </a:cubicBezTo>
                    <a:cubicBezTo>
                      <a:pt x="5102" y="1846"/>
                      <a:pt x="4947" y="1852"/>
                      <a:pt x="4807" y="1857"/>
                    </a:cubicBezTo>
                    <a:cubicBezTo>
                      <a:pt x="4442" y="1858"/>
                      <a:pt x="4077" y="1856"/>
                      <a:pt x="3712" y="1857"/>
                    </a:cubicBezTo>
                    <a:cubicBezTo>
                      <a:pt x="3596" y="1858"/>
                      <a:pt x="3479" y="1857"/>
                      <a:pt x="3364" y="1832"/>
                    </a:cubicBezTo>
                  </a:path>
                </a:pathLst>
              </a:custGeom>
              <a:solidFill>
                <a:srgbClr val="35E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8" name="Freeform 212"/>
              <p:cNvSpPr/>
              <p:nvPr/>
            </p:nvSpPr>
            <p:spPr bwMode="auto">
              <a:xfrm flipV="1">
                <a:off x="2886" y="2586"/>
                <a:ext cx="42" cy="40"/>
              </a:xfrm>
              <a:custGeom>
                <a:avLst/>
                <a:gdLst>
                  <a:gd name="T0" fmla="*/ 0 w 184"/>
                  <a:gd name="T1" fmla="*/ 111 h 176"/>
                  <a:gd name="T2" fmla="*/ 66 w 184"/>
                  <a:gd name="T3" fmla="*/ 176 h 176"/>
                  <a:gd name="T4" fmla="*/ 184 w 184"/>
                  <a:gd name="T5" fmla="*/ 71 h 176"/>
                  <a:gd name="T6" fmla="*/ 106 w 184"/>
                  <a:gd name="T7" fmla="*/ 0 h 176"/>
                  <a:gd name="T8" fmla="*/ 0 w 184"/>
                  <a:gd name="T9" fmla="*/ 11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4" h="176">
                    <a:moveTo>
                      <a:pt x="0" y="111"/>
                    </a:moveTo>
                    <a:cubicBezTo>
                      <a:pt x="22" y="133"/>
                      <a:pt x="44" y="154"/>
                      <a:pt x="66" y="176"/>
                    </a:cubicBezTo>
                    <a:cubicBezTo>
                      <a:pt x="105" y="141"/>
                      <a:pt x="145" y="106"/>
                      <a:pt x="184" y="71"/>
                    </a:cubicBezTo>
                    <a:cubicBezTo>
                      <a:pt x="165" y="53"/>
                      <a:pt x="126" y="18"/>
                      <a:pt x="106" y="0"/>
                    </a:cubicBezTo>
                    <a:cubicBezTo>
                      <a:pt x="71" y="37"/>
                      <a:pt x="35" y="74"/>
                      <a:pt x="0" y="111"/>
                    </a:cubicBezTo>
                  </a:path>
                </a:pathLst>
              </a:custGeom>
              <a:solidFill>
                <a:srgbClr val="71E1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9" name="Freeform 213"/>
              <p:cNvSpPr/>
              <p:nvPr/>
            </p:nvSpPr>
            <p:spPr bwMode="auto">
              <a:xfrm flipV="1">
                <a:off x="2830" y="2635"/>
                <a:ext cx="46" cy="42"/>
              </a:xfrm>
              <a:custGeom>
                <a:avLst/>
                <a:gdLst>
                  <a:gd name="T0" fmla="*/ 125 w 205"/>
                  <a:gd name="T1" fmla="*/ 0 h 189"/>
                  <a:gd name="T2" fmla="*/ 79 w 205"/>
                  <a:gd name="T3" fmla="*/ 189 h 189"/>
                  <a:gd name="T4" fmla="*/ 205 w 205"/>
                  <a:gd name="T5" fmla="*/ 76 h 189"/>
                  <a:gd name="T6" fmla="*/ 125 w 205"/>
                  <a:gd name="T7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5" h="189">
                    <a:moveTo>
                      <a:pt x="125" y="0"/>
                    </a:moveTo>
                    <a:cubicBezTo>
                      <a:pt x="76" y="56"/>
                      <a:pt x="0" y="121"/>
                      <a:pt x="79" y="189"/>
                    </a:cubicBezTo>
                    <a:cubicBezTo>
                      <a:pt x="121" y="152"/>
                      <a:pt x="163" y="114"/>
                      <a:pt x="205" y="76"/>
                    </a:cubicBezTo>
                    <a:cubicBezTo>
                      <a:pt x="178" y="50"/>
                      <a:pt x="152" y="25"/>
                      <a:pt x="125" y="0"/>
                    </a:cubicBezTo>
                  </a:path>
                </a:pathLst>
              </a:custGeom>
              <a:solidFill>
                <a:srgbClr val="71E1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2" name="Group 218"/>
            <p:cNvGrpSpPr/>
            <p:nvPr/>
          </p:nvGrpSpPr>
          <p:grpSpPr bwMode="auto">
            <a:xfrm>
              <a:off x="8696326" y="3421063"/>
              <a:ext cx="1303338" cy="673100"/>
              <a:chOff x="5478" y="2155"/>
              <a:chExt cx="821" cy="424"/>
            </a:xfrm>
          </p:grpSpPr>
          <p:sp>
            <p:nvSpPr>
              <p:cNvPr id="84" name="Freeform 215"/>
              <p:cNvSpPr/>
              <p:nvPr/>
            </p:nvSpPr>
            <p:spPr bwMode="auto">
              <a:xfrm flipV="1">
                <a:off x="5660" y="2155"/>
                <a:ext cx="405" cy="197"/>
              </a:xfrm>
              <a:custGeom>
                <a:avLst/>
                <a:gdLst>
                  <a:gd name="T0" fmla="*/ 36 w 1782"/>
                  <a:gd name="T1" fmla="*/ 759 h 864"/>
                  <a:gd name="T2" fmla="*/ 260 w 1782"/>
                  <a:gd name="T3" fmla="*/ 854 h 864"/>
                  <a:gd name="T4" fmla="*/ 1671 w 1782"/>
                  <a:gd name="T5" fmla="*/ 848 h 864"/>
                  <a:gd name="T6" fmla="*/ 1739 w 1782"/>
                  <a:gd name="T7" fmla="*/ 253 h 864"/>
                  <a:gd name="T8" fmla="*/ 1602 w 1782"/>
                  <a:gd name="T9" fmla="*/ 8 h 864"/>
                  <a:gd name="T10" fmla="*/ 156 w 1782"/>
                  <a:gd name="T11" fmla="*/ 8 h 864"/>
                  <a:gd name="T12" fmla="*/ 18 w 1782"/>
                  <a:gd name="T13" fmla="*/ 217 h 864"/>
                  <a:gd name="T14" fmla="*/ 36 w 1782"/>
                  <a:gd name="T15" fmla="*/ 759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82" h="864">
                    <a:moveTo>
                      <a:pt x="36" y="759"/>
                    </a:moveTo>
                    <a:cubicBezTo>
                      <a:pt x="59" y="864"/>
                      <a:pt x="178" y="852"/>
                      <a:pt x="260" y="854"/>
                    </a:cubicBezTo>
                    <a:cubicBezTo>
                      <a:pt x="730" y="850"/>
                      <a:pt x="1200" y="857"/>
                      <a:pt x="1671" y="848"/>
                    </a:cubicBezTo>
                    <a:cubicBezTo>
                      <a:pt x="1782" y="670"/>
                      <a:pt x="1728" y="451"/>
                      <a:pt x="1739" y="253"/>
                    </a:cubicBezTo>
                    <a:cubicBezTo>
                      <a:pt x="1740" y="161"/>
                      <a:pt x="1728" y="2"/>
                      <a:pt x="1602" y="8"/>
                    </a:cubicBezTo>
                    <a:cubicBezTo>
                      <a:pt x="1120" y="3"/>
                      <a:pt x="638" y="3"/>
                      <a:pt x="156" y="8"/>
                    </a:cubicBezTo>
                    <a:cubicBezTo>
                      <a:pt x="46" y="0"/>
                      <a:pt x="15" y="131"/>
                      <a:pt x="18" y="217"/>
                    </a:cubicBezTo>
                    <a:cubicBezTo>
                      <a:pt x="19" y="397"/>
                      <a:pt x="0" y="582"/>
                      <a:pt x="36" y="759"/>
                    </a:cubicBezTo>
                  </a:path>
                </a:pathLst>
              </a:custGeom>
              <a:solidFill>
                <a:srgbClr val="E4F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5" name="Freeform 216"/>
              <p:cNvSpPr/>
              <p:nvPr/>
            </p:nvSpPr>
            <p:spPr bwMode="auto">
              <a:xfrm flipV="1">
                <a:off x="5478" y="2377"/>
                <a:ext cx="396" cy="202"/>
              </a:xfrm>
              <a:custGeom>
                <a:avLst/>
                <a:gdLst>
                  <a:gd name="T0" fmla="*/ 86 w 1744"/>
                  <a:gd name="T1" fmla="*/ 853 h 887"/>
                  <a:gd name="T2" fmla="*/ 1453 w 1744"/>
                  <a:gd name="T3" fmla="*/ 866 h 887"/>
                  <a:gd name="T4" fmla="*/ 1713 w 1744"/>
                  <a:gd name="T5" fmla="*/ 773 h 887"/>
                  <a:gd name="T6" fmla="*/ 1731 w 1744"/>
                  <a:gd name="T7" fmla="*/ 333 h 887"/>
                  <a:gd name="T8" fmla="*/ 1690 w 1744"/>
                  <a:gd name="T9" fmla="*/ 66 h 887"/>
                  <a:gd name="T10" fmla="*/ 1486 w 1744"/>
                  <a:gd name="T11" fmla="*/ 16 h 887"/>
                  <a:gd name="T12" fmla="*/ 148 w 1744"/>
                  <a:gd name="T13" fmla="*/ 21 h 887"/>
                  <a:gd name="T14" fmla="*/ 14 w 1744"/>
                  <a:gd name="T15" fmla="*/ 163 h 887"/>
                  <a:gd name="T16" fmla="*/ 7 w 1744"/>
                  <a:gd name="T17" fmla="*/ 617 h 887"/>
                  <a:gd name="T18" fmla="*/ 86 w 1744"/>
                  <a:gd name="T19" fmla="*/ 853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44" h="887">
                    <a:moveTo>
                      <a:pt x="86" y="853"/>
                    </a:moveTo>
                    <a:cubicBezTo>
                      <a:pt x="540" y="884"/>
                      <a:pt x="998" y="852"/>
                      <a:pt x="1453" y="866"/>
                    </a:cubicBezTo>
                    <a:cubicBezTo>
                      <a:pt x="1544" y="861"/>
                      <a:pt x="1680" y="887"/>
                      <a:pt x="1713" y="773"/>
                    </a:cubicBezTo>
                    <a:cubicBezTo>
                      <a:pt x="1744" y="629"/>
                      <a:pt x="1726" y="479"/>
                      <a:pt x="1731" y="333"/>
                    </a:cubicBezTo>
                    <a:cubicBezTo>
                      <a:pt x="1726" y="244"/>
                      <a:pt x="1739" y="145"/>
                      <a:pt x="1690" y="66"/>
                    </a:cubicBezTo>
                    <a:cubicBezTo>
                      <a:pt x="1646" y="0"/>
                      <a:pt x="1553" y="26"/>
                      <a:pt x="1486" y="16"/>
                    </a:cubicBezTo>
                    <a:cubicBezTo>
                      <a:pt x="1040" y="22"/>
                      <a:pt x="594" y="10"/>
                      <a:pt x="148" y="21"/>
                    </a:cubicBezTo>
                    <a:cubicBezTo>
                      <a:pt x="66" y="10"/>
                      <a:pt x="20" y="93"/>
                      <a:pt x="14" y="163"/>
                    </a:cubicBezTo>
                    <a:cubicBezTo>
                      <a:pt x="0" y="314"/>
                      <a:pt x="8" y="466"/>
                      <a:pt x="7" y="617"/>
                    </a:cubicBezTo>
                    <a:cubicBezTo>
                      <a:pt x="9" y="700"/>
                      <a:pt x="11" y="800"/>
                      <a:pt x="86" y="853"/>
                    </a:cubicBezTo>
                  </a:path>
                </a:pathLst>
              </a:custGeom>
              <a:solidFill>
                <a:srgbClr val="E4F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6" name="Freeform 217"/>
              <p:cNvSpPr/>
              <p:nvPr/>
            </p:nvSpPr>
            <p:spPr bwMode="auto">
              <a:xfrm flipV="1">
                <a:off x="5895" y="2378"/>
                <a:ext cx="404" cy="199"/>
              </a:xfrm>
              <a:custGeom>
                <a:avLst/>
                <a:gdLst>
                  <a:gd name="T0" fmla="*/ 87 w 1779"/>
                  <a:gd name="T1" fmla="*/ 840 h 876"/>
                  <a:gd name="T2" fmla="*/ 709 w 1779"/>
                  <a:gd name="T3" fmla="*/ 855 h 876"/>
                  <a:gd name="T4" fmla="*/ 1623 w 1779"/>
                  <a:gd name="T5" fmla="*/ 847 h 876"/>
                  <a:gd name="T6" fmla="*/ 1728 w 1779"/>
                  <a:gd name="T7" fmla="*/ 500 h 876"/>
                  <a:gd name="T8" fmla="*/ 1652 w 1779"/>
                  <a:gd name="T9" fmla="*/ 19 h 876"/>
                  <a:gd name="T10" fmla="*/ 1450 w 1779"/>
                  <a:gd name="T11" fmla="*/ 7 h 876"/>
                  <a:gd name="T12" fmla="*/ 145 w 1779"/>
                  <a:gd name="T13" fmla="*/ 11 h 876"/>
                  <a:gd name="T14" fmla="*/ 14 w 1779"/>
                  <a:gd name="T15" fmla="*/ 152 h 876"/>
                  <a:gd name="T16" fmla="*/ 8 w 1779"/>
                  <a:gd name="T17" fmla="*/ 645 h 876"/>
                  <a:gd name="T18" fmla="*/ 87 w 1779"/>
                  <a:gd name="T19" fmla="*/ 840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79" h="876">
                    <a:moveTo>
                      <a:pt x="87" y="840"/>
                    </a:moveTo>
                    <a:cubicBezTo>
                      <a:pt x="292" y="876"/>
                      <a:pt x="502" y="845"/>
                      <a:pt x="709" y="855"/>
                    </a:cubicBezTo>
                    <a:cubicBezTo>
                      <a:pt x="1014" y="848"/>
                      <a:pt x="1319" y="866"/>
                      <a:pt x="1623" y="847"/>
                    </a:cubicBezTo>
                    <a:cubicBezTo>
                      <a:pt x="1763" y="801"/>
                      <a:pt x="1717" y="614"/>
                      <a:pt x="1728" y="500"/>
                    </a:cubicBezTo>
                    <a:cubicBezTo>
                      <a:pt x="1711" y="342"/>
                      <a:pt x="1779" y="143"/>
                      <a:pt x="1652" y="19"/>
                    </a:cubicBezTo>
                    <a:cubicBezTo>
                      <a:pt x="1585" y="6"/>
                      <a:pt x="1517" y="8"/>
                      <a:pt x="1450" y="7"/>
                    </a:cubicBezTo>
                    <a:cubicBezTo>
                      <a:pt x="1015" y="14"/>
                      <a:pt x="579" y="1"/>
                      <a:pt x="145" y="11"/>
                    </a:cubicBezTo>
                    <a:cubicBezTo>
                      <a:pt x="65" y="0"/>
                      <a:pt x="21" y="85"/>
                      <a:pt x="14" y="152"/>
                    </a:cubicBezTo>
                    <a:cubicBezTo>
                      <a:pt x="0" y="316"/>
                      <a:pt x="6" y="481"/>
                      <a:pt x="8" y="645"/>
                    </a:cubicBezTo>
                    <a:cubicBezTo>
                      <a:pt x="11" y="714"/>
                      <a:pt x="17" y="804"/>
                      <a:pt x="87" y="840"/>
                    </a:cubicBezTo>
                  </a:path>
                </a:pathLst>
              </a:custGeom>
              <a:solidFill>
                <a:srgbClr val="E4F3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3" name="Group 227"/>
            <p:cNvGrpSpPr/>
            <p:nvPr/>
          </p:nvGrpSpPr>
          <p:grpSpPr bwMode="auto">
            <a:xfrm>
              <a:off x="4156076" y="3959225"/>
              <a:ext cx="4619625" cy="2227263"/>
              <a:chOff x="2618" y="2494"/>
              <a:chExt cx="2910" cy="1403"/>
            </a:xfrm>
          </p:grpSpPr>
          <p:sp>
            <p:nvSpPr>
              <p:cNvPr id="76" name="Freeform 219"/>
              <p:cNvSpPr/>
              <p:nvPr/>
            </p:nvSpPr>
            <p:spPr bwMode="auto">
              <a:xfrm flipV="1">
                <a:off x="2787" y="2494"/>
                <a:ext cx="123" cy="50"/>
              </a:xfrm>
              <a:custGeom>
                <a:avLst/>
                <a:gdLst>
                  <a:gd name="T0" fmla="*/ 0 w 545"/>
                  <a:gd name="T1" fmla="*/ 53 h 222"/>
                  <a:gd name="T2" fmla="*/ 545 w 545"/>
                  <a:gd name="T3" fmla="*/ 168 h 222"/>
                  <a:gd name="T4" fmla="*/ 380 w 545"/>
                  <a:gd name="T5" fmla="*/ 0 h 222"/>
                  <a:gd name="T6" fmla="*/ 0 w 545"/>
                  <a:gd name="T7" fmla="*/ 53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5" h="222">
                    <a:moveTo>
                      <a:pt x="0" y="53"/>
                    </a:moveTo>
                    <a:cubicBezTo>
                      <a:pt x="150" y="182"/>
                      <a:pt x="355" y="222"/>
                      <a:pt x="545" y="168"/>
                    </a:cubicBezTo>
                    <a:cubicBezTo>
                      <a:pt x="491" y="111"/>
                      <a:pt x="436" y="55"/>
                      <a:pt x="380" y="0"/>
                    </a:cubicBezTo>
                    <a:cubicBezTo>
                      <a:pt x="256" y="33"/>
                      <a:pt x="128" y="48"/>
                      <a:pt x="0" y="53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7" name="Freeform 220"/>
              <p:cNvSpPr/>
              <p:nvPr/>
            </p:nvSpPr>
            <p:spPr bwMode="auto">
              <a:xfrm flipV="1">
                <a:off x="3030" y="2521"/>
                <a:ext cx="106" cy="62"/>
              </a:xfrm>
              <a:custGeom>
                <a:avLst/>
                <a:gdLst>
                  <a:gd name="T0" fmla="*/ 0 w 467"/>
                  <a:gd name="T1" fmla="*/ 11 h 273"/>
                  <a:gd name="T2" fmla="*/ 467 w 467"/>
                  <a:gd name="T3" fmla="*/ 273 h 273"/>
                  <a:gd name="T4" fmla="*/ 197 w 467"/>
                  <a:gd name="T5" fmla="*/ 0 h 273"/>
                  <a:gd name="T6" fmla="*/ 0 w 467"/>
                  <a:gd name="T7" fmla="*/ 1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7" h="273">
                    <a:moveTo>
                      <a:pt x="0" y="11"/>
                    </a:moveTo>
                    <a:cubicBezTo>
                      <a:pt x="114" y="159"/>
                      <a:pt x="275" y="269"/>
                      <a:pt x="467" y="273"/>
                    </a:cubicBezTo>
                    <a:cubicBezTo>
                      <a:pt x="379" y="180"/>
                      <a:pt x="288" y="90"/>
                      <a:pt x="197" y="0"/>
                    </a:cubicBezTo>
                    <a:cubicBezTo>
                      <a:pt x="131" y="4"/>
                      <a:pt x="66" y="7"/>
                      <a:pt x="0" y="11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8" name="Freeform 221"/>
              <p:cNvSpPr/>
              <p:nvPr/>
            </p:nvSpPr>
            <p:spPr bwMode="auto">
              <a:xfrm flipV="1">
                <a:off x="3127" y="2541"/>
                <a:ext cx="254" cy="170"/>
              </a:xfrm>
              <a:custGeom>
                <a:avLst/>
                <a:gdLst>
                  <a:gd name="T0" fmla="*/ 0 w 1122"/>
                  <a:gd name="T1" fmla="*/ 478 h 749"/>
                  <a:gd name="T2" fmla="*/ 273 w 1122"/>
                  <a:gd name="T3" fmla="*/ 749 h 749"/>
                  <a:gd name="T4" fmla="*/ 979 w 1122"/>
                  <a:gd name="T5" fmla="*/ 424 h 749"/>
                  <a:gd name="T6" fmla="*/ 1122 w 1122"/>
                  <a:gd name="T7" fmla="*/ 316 h 749"/>
                  <a:gd name="T8" fmla="*/ 866 w 1122"/>
                  <a:gd name="T9" fmla="*/ 0 h 749"/>
                  <a:gd name="T10" fmla="*/ 682 w 1122"/>
                  <a:gd name="T11" fmla="*/ 160 h 749"/>
                  <a:gd name="T12" fmla="*/ 0 w 1122"/>
                  <a:gd name="T13" fmla="*/ 478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2" h="749">
                    <a:moveTo>
                      <a:pt x="0" y="478"/>
                    </a:moveTo>
                    <a:cubicBezTo>
                      <a:pt x="90" y="569"/>
                      <a:pt x="181" y="660"/>
                      <a:pt x="273" y="749"/>
                    </a:cubicBezTo>
                    <a:cubicBezTo>
                      <a:pt x="508" y="639"/>
                      <a:pt x="744" y="532"/>
                      <a:pt x="979" y="424"/>
                    </a:cubicBezTo>
                    <a:cubicBezTo>
                      <a:pt x="1035" y="401"/>
                      <a:pt x="1079" y="358"/>
                      <a:pt x="1122" y="316"/>
                    </a:cubicBezTo>
                    <a:cubicBezTo>
                      <a:pt x="1074" y="184"/>
                      <a:pt x="961" y="97"/>
                      <a:pt x="866" y="0"/>
                    </a:cubicBezTo>
                    <a:cubicBezTo>
                      <a:pt x="813" y="62"/>
                      <a:pt x="759" y="127"/>
                      <a:pt x="682" y="160"/>
                    </a:cubicBezTo>
                    <a:cubicBezTo>
                      <a:pt x="455" y="267"/>
                      <a:pt x="223" y="363"/>
                      <a:pt x="0" y="478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9" name="Freeform 222"/>
              <p:cNvSpPr/>
              <p:nvPr/>
            </p:nvSpPr>
            <p:spPr bwMode="auto">
              <a:xfrm flipV="1">
                <a:off x="3091" y="2892"/>
                <a:ext cx="132" cy="139"/>
              </a:xfrm>
              <a:custGeom>
                <a:avLst/>
                <a:gdLst>
                  <a:gd name="T0" fmla="*/ 0 w 581"/>
                  <a:gd name="T1" fmla="*/ 73 h 611"/>
                  <a:gd name="T2" fmla="*/ 540 w 581"/>
                  <a:gd name="T3" fmla="*/ 611 h 611"/>
                  <a:gd name="T4" fmla="*/ 510 w 581"/>
                  <a:gd name="T5" fmla="*/ 236 h 611"/>
                  <a:gd name="T6" fmla="*/ 166 w 581"/>
                  <a:gd name="T7" fmla="*/ 0 h 611"/>
                  <a:gd name="T8" fmla="*/ 0 w 581"/>
                  <a:gd name="T9" fmla="*/ 73 h 6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1" h="611">
                    <a:moveTo>
                      <a:pt x="0" y="73"/>
                    </a:moveTo>
                    <a:cubicBezTo>
                      <a:pt x="180" y="252"/>
                      <a:pt x="358" y="433"/>
                      <a:pt x="540" y="611"/>
                    </a:cubicBezTo>
                    <a:cubicBezTo>
                      <a:pt x="555" y="487"/>
                      <a:pt x="581" y="349"/>
                      <a:pt x="510" y="236"/>
                    </a:cubicBezTo>
                    <a:cubicBezTo>
                      <a:pt x="441" y="105"/>
                      <a:pt x="291" y="58"/>
                      <a:pt x="166" y="0"/>
                    </a:cubicBezTo>
                    <a:cubicBezTo>
                      <a:pt x="110" y="24"/>
                      <a:pt x="55" y="48"/>
                      <a:pt x="0" y="73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0" name="Freeform 223"/>
              <p:cNvSpPr/>
              <p:nvPr/>
            </p:nvSpPr>
            <p:spPr bwMode="auto">
              <a:xfrm flipV="1">
                <a:off x="5397" y="2983"/>
                <a:ext cx="72" cy="113"/>
              </a:xfrm>
              <a:custGeom>
                <a:avLst/>
                <a:gdLst>
                  <a:gd name="T0" fmla="*/ 0 w 317"/>
                  <a:gd name="T1" fmla="*/ 494 h 494"/>
                  <a:gd name="T2" fmla="*/ 251 w 317"/>
                  <a:gd name="T3" fmla="*/ 494 h 494"/>
                  <a:gd name="T4" fmla="*/ 317 w 317"/>
                  <a:gd name="T5" fmla="*/ 0 h 494"/>
                  <a:gd name="T6" fmla="*/ 68 w 317"/>
                  <a:gd name="T7" fmla="*/ 0 h 494"/>
                  <a:gd name="T8" fmla="*/ 0 w 317"/>
                  <a:gd name="T9" fmla="*/ 494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7" h="494">
                    <a:moveTo>
                      <a:pt x="0" y="494"/>
                    </a:moveTo>
                    <a:cubicBezTo>
                      <a:pt x="83" y="494"/>
                      <a:pt x="167" y="494"/>
                      <a:pt x="251" y="494"/>
                    </a:cubicBezTo>
                    <a:cubicBezTo>
                      <a:pt x="271" y="329"/>
                      <a:pt x="293" y="165"/>
                      <a:pt x="317" y="0"/>
                    </a:cubicBezTo>
                    <a:cubicBezTo>
                      <a:pt x="234" y="0"/>
                      <a:pt x="151" y="0"/>
                      <a:pt x="68" y="0"/>
                    </a:cubicBezTo>
                    <a:cubicBezTo>
                      <a:pt x="45" y="165"/>
                      <a:pt x="25" y="330"/>
                      <a:pt x="0" y="494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1" name="Freeform 224"/>
              <p:cNvSpPr/>
              <p:nvPr/>
            </p:nvSpPr>
            <p:spPr bwMode="auto">
              <a:xfrm flipV="1">
                <a:off x="5458" y="3432"/>
                <a:ext cx="70" cy="96"/>
              </a:xfrm>
              <a:custGeom>
                <a:avLst/>
                <a:gdLst>
                  <a:gd name="T0" fmla="*/ 0 w 306"/>
                  <a:gd name="T1" fmla="*/ 424 h 424"/>
                  <a:gd name="T2" fmla="*/ 252 w 306"/>
                  <a:gd name="T3" fmla="*/ 423 h 424"/>
                  <a:gd name="T4" fmla="*/ 306 w 306"/>
                  <a:gd name="T5" fmla="*/ 0 h 424"/>
                  <a:gd name="T6" fmla="*/ 57 w 306"/>
                  <a:gd name="T7" fmla="*/ 0 h 424"/>
                  <a:gd name="T8" fmla="*/ 0 w 306"/>
                  <a:gd name="T9" fmla="*/ 424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6" h="424">
                    <a:moveTo>
                      <a:pt x="0" y="424"/>
                    </a:moveTo>
                    <a:cubicBezTo>
                      <a:pt x="84" y="424"/>
                      <a:pt x="168" y="424"/>
                      <a:pt x="252" y="423"/>
                    </a:cubicBezTo>
                    <a:cubicBezTo>
                      <a:pt x="268" y="282"/>
                      <a:pt x="286" y="141"/>
                      <a:pt x="306" y="0"/>
                    </a:cubicBezTo>
                    <a:cubicBezTo>
                      <a:pt x="223" y="0"/>
                      <a:pt x="140" y="0"/>
                      <a:pt x="57" y="0"/>
                    </a:cubicBezTo>
                    <a:cubicBezTo>
                      <a:pt x="39" y="141"/>
                      <a:pt x="19" y="282"/>
                      <a:pt x="0" y="424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2" name="Freeform 225"/>
              <p:cNvSpPr/>
              <p:nvPr/>
            </p:nvSpPr>
            <p:spPr bwMode="auto">
              <a:xfrm flipV="1">
                <a:off x="2618" y="3749"/>
                <a:ext cx="102" cy="44"/>
              </a:xfrm>
              <a:custGeom>
                <a:avLst/>
                <a:gdLst>
                  <a:gd name="T0" fmla="*/ 0 w 452"/>
                  <a:gd name="T1" fmla="*/ 179 h 192"/>
                  <a:gd name="T2" fmla="*/ 452 w 452"/>
                  <a:gd name="T3" fmla="*/ 3 h 192"/>
                  <a:gd name="T4" fmla="*/ 144 w 452"/>
                  <a:gd name="T5" fmla="*/ 0 h 192"/>
                  <a:gd name="T6" fmla="*/ 0 w 452"/>
                  <a:gd name="T7" fmla="*/ 179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2" h="192">
                    <a:moveTo>
                      <a:pt x="0" y="179"/>
                    </a:moveTo>
                    <a:cubicBezTo>
                      <a:pt x="170" y="192"/>
                      <a:pt x="336" y="128"/>
                      <a:pt x="452" y="3"/>
                    </a:cubicBezTo>
                    <a:cubicBezTo>
                      <a:pt x="349" y="0"/>
                      <a:pt x="247" y="0"/>
                      <a:pt x="144" y="0"/>
                    </a:cubicBezTo>
                    <a:cubicBezTo>
                      <a:pt x="96" y="60"/>
                      <a:pt x="48" y="119"/>
                      <a:pt x="0" y="179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3" name="Freeform 226"/>
              <p:cNvSpPr/>
              <p:nvPr/>
            </p:nvSpPr>
            <p:spPr bwMode="auto">
              <a:xfrm flipV="1">
                <a:off x="2771" y="3837"/>
                <a:ext cx="119" cy="60"/>
              </a:xfrm>
              <a:custGeom>
                <a:avLst/>
                <a:gdLst>
                  <a:gd name="T0" fmla="*/ 0 w 524"/>
                  <a:gd name="T1" fmla="*/ 250 h 264"/>
                  <a:gd name="T2" fmla="*/ 373 w 524"/>
                  <a:gd name="T3" fmla="*/ 188 h 264"/>
                  <a:gd name="T4" fmla="*/ 524 w 524"/>
                  <a:gd name="T5" fmla="*/ 4 h 264"/>
                  <a:gd name="T6" fmla="*/ 140 w 524"/>
                  <a:gd name="T7" fmla="*/ 2 h 264"/>
                  <a:gd name="T8" fmla="*/ 0 w 524"/>
                  <a:gd name="T9" fmla="*/ 25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4" h="264">
                    <a:moveTo>
                      <a:pt x="0" y="250"/>
                    </a:moveTo>
                    <a:cubicBezTo>
                      <a:pt x="125" y="247"/>
                      <a:pt x="264" y="264"/>
                      <a:pt x="373" y="188"/>
                    </a:cubicBezTo>
                    <a:cubicBezTo>
                      <a:pt x="443" y="146"/>
                      <a:pt x="482" y="71"/>
                      <a:pt x="524" y="4"/>
                    </a:cubicBezTo>
                    <a:cubicBezTo>
                      <a:pt x="396" y="0"/>
                      <a:pt x="268" y="1"/>
                      <a:pt x="140" y="2"/>
                    </a:cubicBezTo>
                    <a:cubicBezTo>
                      <a:pt x="95" y="85"/>
                      <a:pt x="48" y="168"/>
                      <a:pt x="0" y="250"/>
                    </a:cubicBezTo>
                  </a:path>
                </a:pathLst>
              </a:custGeom>
              <a:solidFill>
                <a:srgbClr val="FFA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4" name="Group 240"/>
            <p:cNvGrpSpPr/>
            <p:nvPr/>
          </p:nvGrpSpPr>
          <p:grpSpPr bwMode="auto">
            <a:xfrm>
              <a:off x="3573463" y="4019550"/>
              <a:ext cx="5516563" cy="2211388"/>
              <a:chOff x="2251" y="2532"/>
              <a:chExt cx="3475" cy="1393"/>
            </a:xfrm>
          </p:grpSpPr>
          <p:sp>
            <p:nvSpPr>
              <p:cNvPr id="64" name="Freeform 228"/>
              <p:cNvSpPr/>
              <p:nvPr/>
            </p:nvSpPr>
            <p:spPr bwMode="auto">
              <a:xfrm flipV="1">
                <a:off x="2743" y="2532"/>
                <a:ext cx="130" cy="125"/>
              </a:xfrm>
              <a:custGeom>
                <a:avLst/>
                <a:gdLst>
                  <a:gd name="T0" fmla="*/ 193 w 573"/>
                  <a:gd name="T1" fmla="*/ 549 h 549"/>
                  <a:gd name="T2" fmla="*/ 573 w 573"/>
                  <a:gd name="T3" fmla="*/ 496 h 549"/>
                  <a:gd name="T4" fmla="*/ 57 w 573"/>
                  <a:gd name="T5" fmla="*/ 0 h 549"/>
                  <a:gd name="T6" fmla="*/ 193 w 573"/>
                  <a:gd name="T7" fmla="*/ 549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3" h="549">
                    <a:moveTo>
                      <a:pt x="193" y="549"/>
                    </a:moveTo>
                    <a:cubicBezTo>
                      <a:pt x="321" y="544"/>
                      <a:pt x="449" y="529"/>
                      <a:pt x="573" y="496"/>
                    </a:cubicBezTo>
                    <a:cubicBezTo>
                      <a:pt x="401" y="331"/>
                      <a:pt x="230" y="164"/>
                      <a:pt x="57" y="0"/>
                    </a:cubicBezTo>
                    <a:cubicBezTo>
                      <a:pt x="0" y="194"/>
                      <a:pt x="55" y="402"/>
                      <a:pt x="193" y="549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5" name="Freeform 229"/>
              <p:cNvSpPr/>
              <p:nvPr/>
            </p:nvSpPr>
            <p:spPr bwMode="auto">
              <a:xfrm flipV="1">
                <a:off x="2842" y="2581"/>
                <a:ext cx="232" cy="228"/>
              </a:xfrm>
              <a:custGeom>
                <a:avLst/>
                <a:gdLst>
                  <a:gd name="T0" fmla="*/ 826 w 1023"/>
                  <a:gd name="T1" fmla="*/ 1005 h 1005"/>
                  <a:gd name="T2" fmla="*/ 1023 w 1023"/>
                  <a:gd name="T3" fmla="*/ 994 h 1005"/>
                  <a:gd name="T4" fmla="*/ 29 w 1023"/>
                  <a:gd name="T5" fmla="*/ 0 h 1005"/>
                  <a:gd name="T6" fmla="*/ 0 w 1023"/>
                  <a:gd name="T7" fmla="*/ 167 h 1005"/>
                  <a:gd name="T8" fmla="*/ 826 w 1023"/>
                  <a:gd name="T9" fmla="*/ 1005 h 10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3" h="1005">
                    <a:moveTo>
                      <a:pt x="826" y="1005"/>
                    </a:moveTo>
                    <a:cubicBezTo>
                      <a:pt x="892" y="1001"/>
                      <a:pt x="957" y="998"/>
                      <a:pt x="1023" y="994"/>
                    </a:cubicBezTo>
                    <a:cubicBezTo>
                      <a:pt x="692" y="662"/>
                      <a:pt x="361" y="331"/>
                      <a:pt x="29" y="0"/>
                    </a:cubicBezTo>
                    <a:cubicBezTo>
                      <a:pt x="19" y="56"/>
                      <a:pt x="9" y="111"/>
                      <a:pt x="0" y="167"/>
                    </a:cubicBezTo>
                    <a:cubicBezTo>
                      <a:pt x="266" y="455"/>
                      <a:pt x="555" y="721"/>
                      <a:pt x="826" y="1005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6" name="Freeform 230"/>
              <p:cNvSpPr/>
              <p:nvPr/>
            </p:nvSpPr>
            <p:spPr bwMode="auto">
              <a:xfrm flipV="1">
                <a:off x="2869" y="2602"/>
                <a:ext cx="454" cy="458"/>
              </a:xfrm>
              <a:custGeom>
                <a:avLst/>
                <a:gdLst>
                  <a:gd name="T0" fmla="*/ 0 w 2003"/>
                  <a:gd name="T1" fmla="*/ 875 h 2013"/>
                  <a:gd name="T2" fmla="*/ 1137 w 2003"/>
                  <a:gd name="T3" fmla="*/ 2013 h 2013"/>
                  <a:gd name="T4" fmla="*/ 1819 w 2003"/>
                  <a:gd name="T5" fmla="*/ 1695 h 2013"/>
                  <a:gd name="T6" fmla="*/ 2003 w 2003"/>
                  <a:gd name="T7" fmla="*/ 1535 h 2013"/>
                  <a:gd name="T8" fmla="*/ 467 w 2003"/>
                  <a:gd name="T9" fmla="*/ 0 h 2013"/>
                  <a:gd name="T10" fmla="*/ 279 w 2003"/>
                  <a:gd name="T11" fmla="*/ 264 h 2013"/>
                  <a:gd name="T12" fmla="*/ 0 w 2003"/>
                  <a:gd name="T13" fmla="*/ 875 h 20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03" h="2013">
                    <a:moveTo>
                      <a:pt x="0" y="875"/>
                    </a:moveTo>
                    <a:cubicBezTo>
                      <a:pt x="379" y="1255"/>
                      <a:pt x="758" y="1633"/>
                      <a:pt x="1137" y="2013"/>
                    </a:cubicBezTo>
                    <a:cubicBezTo>
                      <a:pt x="1360" y="1898"/>
                      <a:pt x="1592" y="1802"/>
                      <a:pt x="1819" y="1695"/>
                    </a:cubicBezTo>
                    <a:cubicBezTo>
                      <a:pt x="1896" y="1662"/>
                      <a:pt x="1950" y="1597"/>
                      <a:pt x="2003" y="1535"/>
                    </a:cubicBezTo>
                    <a:cubicBezTo>
                      <a:pt x="1490" y="1024"/>
                      <a:pt x="979" y="512"/>
                      <a:pt x="467" y="0"/>
                    </a:cubicBezTo>
                    <a:cubicBezTo>
                      <a:pt x="392" y="78"/>
                      <a:pt x="321" y="163"/>
                      <a:pt x="279" y="264"/>
                    </a:cubicBezTo>
                    <a:cubicBezTo>
                      <a:pt x="191" y="470"/>
                      <a:pt x="97" y="673"/>
                      <a:pt x="0" y="875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7" name="Freeform 231"/>
              <p:cNvSpPr/>
              <p:nvPr/>
            </p:nvSpPr>
            <p:spPr bwMode="auto">
              <a:xfrm flipV="1">
                <a:off x="4008" y="2898"/>
                <a:ext cx="253" cy="125"/>
              </a:xfrm>
              <a:custGeom>
                <a:avLst/>
                <a:gdLst>
                  <a:gd name="T0" fmla="*/ 0 w 1115"/>
                  <a:gd name="T1" fmla="*/ 212 h 553"/>
                  <a:gd name="T2" fmla="*/ 591 w 1115"/>
                  <a:gd name="T3" fmla="*/ 535 h 553"/>
                  <a:gd name="T4" fmla="*/ 1115 w 1115"/>
                  <a:gd name="T5" fmla="*/ 212 h 553"/>
                  <a:gd name="T6" fmla="*/ 555 w 1115"/>
                  <a:gd name="T7" fmla="*/ 9 h 553"/>
                  <a:gd name="T8" fmla="*/ 0 w 1115"/>
                  <a:gd name="T9" fmla="*/ 212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5" h="553">
                    <a:moveTo>
                      <a:pt x="0" y="212"/>
                    </a:moveTo>
                    <a:cubicBezTo>
                      <a:pt x="126" y="410"/>
                      <a:pt x="351" y="553"/>
                      <a:pt x="591" y="535"/>
                    </a:cubicBezTo>
                    <a:cubicBezTo>
                      <a:pt x="808" y="527"/>
                      <a:pt x="999" y="390"/>
                      <a:pt x="1115" y="212"/>
                    </a:cubicBezTo>
                    <a:cubicBezTo>
                      <a:pt x="955" y="89"/>
                      <a:pt x="761" y="1"/>
                      <a:pt x="555" y="9"/>
                    </a:cubicBezTo>
                    <a:cubicBezTo>
                      <a:pt x="351" y="0"/>
                      <a:pt x="160" y="92"/>
                      <a:pt x="0" y="212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8" name="Freeform 232"/>
              <p:cNvSpPr/>
              <p:nvPr/>
            </p:nvSpPr>
            <p:spPr bwMode="auto">
              <a:xfrm flipV="1">
                <a:off x="5454" y="2983"/>
                <a:ext cx="272" cy="113"/>
              </a:xfrm>
              <a:custGeom>
                <a:avLst/>
                <a:gdLst>
                  <a:gd name="T0" fmla="*/ 0 w 1196"/>
                  <a:gd name="T1" fmla="*/ 494 h 494"/>
                  <a:gd name="T2" fmla="*/ 1196 w 1196"/>
                  <a:gd name="T3" fmla="*/ 494 h 494"/>
                  <a:gd name="T4" fmla="*/ 1129 w 1196"/>
                  <a:gd name="T5" fmla="*/ 0 h 494"/>
                  <a:gd name="T6" fmla="*/ 66 w 1196"/>
                  <a:gd name="T7" fmla="*/ 0 h 494"/>
                  <a:gd name="T8" fmla="*/ 0 w 1196"/>
                  <a:gd name="T9" fmla="*/ 494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6" h="494">
                    <a:moveTo>
                      <a:pt x="0" y="494"/>
                    </a:moveTo>
                    <a:cubicBezTo>
                      <a:pt x="398" y="494"/>
                      <a:pt x="797" y="494"/>
                      <a:pt x="1196" y="494"/>
                    </a:cubicBezTo>
                    <a:cubicBezTo>
                      <a:pt x="1172" y="330"/>
                      <a:pt x="1149" y="165"/>
                      <a:pt x="1129" y="0"/>
                    </a:cubicBezTo>
                    <a:cubicBezTo>
                      <a:pt x="775" y="0"/>
                      <a:pt x="421" y="0"/>
                      <a:pt x="66" y="0"/>
                    </a:cubicBezTo>
                    <a:cubicBezTo>
                      <a:pt x="42" y="165"/>
                      <a:pt x="20" y="329"/>
                      <a:pt x="0" y="494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9" name="Freeform 233"/>
              <p:cNvSpPr>
                <a:spLocks noEditPoints="1"/>
              </p:cNvSpPr>
              <p:nvPr/>
            </p:nvSpPr>
            <p:spPr bwMode="auto">
              <a:xfrm flipV="1">
                <a:off x="2251" y="3063"/>
                <a:ext cx="167" cy="162"/>
              </a:xfrm>
              <a:custGeom>
                <a:avLst/>
                <a:gdLst>
                  <a:gd name="T0" fmla="*/ 226 w 737"/>
                  <a:gd name="T1" fmla="*/ 629 h 711"/>
                  <a:gd name="T2" fmla="*/ 662 w 737"/>
                  <a:gd name="T3" fmla="*/ 449 h 711"/>
                  <a:gd name="T4" fmla="*/ 423 w 737"/>
                  <a:gd name="T5" fmla="*/ 27 h 711"/>
                  <a:gd name="T6" fmla="*/ 58 w 737"/>
                  <a:gd name="T7" fmla="*/ 250 h 711"/>
                  <a:gd name="T8" fmla="*/ 226 w 737"/>
                  <a:gd name="T9" fmla="*/ 629 h 711"/>
                  <a:gd name="T10" fmla="*/ 303 w 737"/>
                  <a:gd name="T11" fmla="*/ 479 h 711"/>
                  <a:gd name="T12" fmla="*/ 245 w 737"/>
                  <a:gd name="T13" fmla="*/ 250 h 711"/>
                  <a:gd name="T14" fmla="*/ 510 w 737"/>
                  <a:gd name="T15" fmla="*/ 322 h 711"/>
                  <a:gd name="T16" fmla="*/ 303 w 737"/>
                  <a:gd name="T17" fmla="*/ 479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7" h="711">
                    <a:moveTo>
                      <a:pt x="226" y="629"/>
                    </a:moveTo>
                    <a:cubicBezTo>
                      <a:pt x="385" y="711"/>
                      <a:pt x="609" y="624"/>
                      <a:pt x="662" y="449"/>
                    </a:cubicBezTo>
                    <a:cubicBezTo>
                      <a:pt x="737" y="274"/>
                      <a:pt x="609" y="55"/>
                      <a:pt x="423" y="27"/>
                    </a:cubicBezTo>
                    <a:cubicBezTo>
                      <a:pt x="270" y="0"/>
                      <a:pt x="99" y="96"/>
                      <a:pt x="58" y="250"/>
                    </a:cubicBezTo>
                    <a:cubicBezTo>
                      <a:pt x="0" y="396"/>
                      <a:pt x="97" y="558"/>
                      <a:pt x="226" y="629"/>
                    </a:cubicBezTo>
                    <a:moveTo>
                      <a:pt x="303" y="479"/>
                    </a:moveTo>
                    <a:cubicBezTo>
                      <a:pt x="216" y="442"/>
                      <a:pt x="188" y="324"/>
                      <a:pt x="245" y="250"/>
                    </a:cubicBezTo>
                    <a:cubicBezTo>
                      <a:pt x="314" y="145"/>
                      <a:pt x="508" y="191"/>
                      <a:pt x="510" y="322"/>
                    </a:cubicBezTo>
                    <a:cubicBezTo>
                      <a:pt x="534" y="432"/>
                      <a:pt x="401" y="526"/>
                      <a:pt x="303" y="479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0" name="Freeform 234"/>
              <p:cNvSpPr/>
              <p:nvPr/>
            </p:nvSpPr>
            <p:spPr bwMode="auto">
              <a:xfrm flipV="1">
                <a:off x="5625" y="3197"/>
                <a:ext cx="49" cy="110"/>
              </a:xfrm>
              <a:custGeom>
                <a:avLst/>
                <a:gdLst>
                  <a:gd name="T0" fmla="*/ 59 w 214"/>
                  <a:gd name="T1" fmla="*/ 484 h 484"/>
                  <a:gd name="T2" fmla="*/ 199 w 214"/>
                  <a:gd name="T3" fmla="*/ 334 h 484"/>
                  <a:gd name="T4" fmla="*/ 194 w 214"/>
                  <a:gd name="T5" fmla="*/ 0 h 484"/>
                  <a:gd name="T6" fmla="*/ 59 w 214"/>
                  <a:gd name="T7" fmla="*/ 484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4" h="484">
                    <a:moveTo>
                      <a:pt x="59" y="484"/>
                    </a:moveTo>
                    <a:cubicBezTo>
                      <a:pt x="114" y="445"/>
                      <a:pt x="190" y="411"/>
                      <a:pt x="199" y="334"/>
                    </a:cubicBezTo>
                    <a:cubicBezTo>
                      <a:pt x="214" y="223"/>
                      <a:pt x="204" y="111"/>
                      <a:pt x="194" y="0"/>
                    </a:cubicBezTo>
                    <a:cubicBezTo>
                      <a:pt x="124" y="150"/>
                      <a:pt x="0" y="309"/>
                      <a:pt x="59" y="484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1" name="Freeform 235"/>
              <p:cNvSpPr/>
              <p:nvPr/>
            </p:nvSpPr>
            <p:spPr bwMode="auto">
              <a:xfrm flipV="1">
                <a:off x="5589" y="3214"/>
                <a:ext cx="42" cy="115"/>
              </a:xfrm>
              <a:custGeom>
                <a:avLst/>
                <a:gdLst>
                  <a:gd name="T0" fmla="*/ 18 w 184"/>
                  <a:gd name="T1" fmla="*/ 150 h 508"/>
                  <a:gd name="T2" fmla="*/ 35 w 184"/>
                  <a:gd name="T3" fmla="*/ 508 h 508"/>
                  <a:gd name="T4" fmla="*/ 173 w 184"/>
                  <a:gd name="T5" fmla="*/ 20 h 508"/>
                  <a:gd name="T6" fmla="*/ 18 w 184"/>
                  <a:gd name="T7" fmla="*/ 150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4" h="508">
                    <a:moveTo>
                      <a:pt x="18" y="150"/>
                    </a:moveTo>
                    <a:cubicBezTo>
                      <a:pt x="0" y="269"/>
                      <a:pt x="10" y="390"/>
                      <a:pt x="35" y="508"/>
                    </a:cubicBezTo>
                    <a:cubicBezTo>
                      <a:pt x="46" y="334"/>
                      <a:pt x="184" y="194"/>
                      <a:pt x="173" y="20"/>
                    </a:cubicBezTo>
                    <a:cubicBezTo>
                      <a:pt x="95" y="0"/>
                      <a:pt x="28" y="79"/>
                      <a:pt x="18" y="150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2" name="Freeform 236"/>
              <p:cNvSpPr/>
              <p:nvPr/>
            </p:nvSpPr>
            <p:spPr bwMode="auto">
              <a:xfrm flipV="1">
                <a:off x="5515" y="3432"/>
                <a:ext cx="144" cy="96"/>
              </a:xfrm>
              <a:custGeom>
                <a:avLst/>
                <a:gdLst>
                  <a:gd name="T0" fmla="*/ 0 w 634"/>
                  <a:gd name="T1" fmla="*/ 423 h 424"/>
                  <a:gd name="T2" fmla="*/ 634 w 634"/>
                  <a:gd name="T3" fmla="*/ 423 h 424"/>
                  <a:gd name="T4" fmla="*/ 581 w 634"/>
                  <a:gd name="T5" fmla="*/ 0 h 424"/>
                  <a:gd name="T6" fmla="*/ 54 w 634"/>
                  <a:gd name="T7" fmla="*/ 0 h 424"/>
                  <a:gd name="T8" fmla="*/ 0 w 634"/>
                  <a:gd name="T9" fmla="*/ 423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4" h="424">
                    <a:moveTo>
                      <a:pt x="0" y="423"/>
                    </a:moveTo>
                    <a:cubicBezTo>
                      <a:pt x="211" y="424"/>
                      <a:pt x="423" y="424"/>
                      <a:pt x="634" y="423"/>
                    </a:cubicBezTo>
                    <a:cubicBezTo>
                      <a:pt x="617" y="282"/>
                      <a:pt x="600" y="141"/>
                      <a:pt x="581" y="0"/>
                    </a:cubicBezTo>
                    <a:cubicBezTo>
                      <a:pt x="405" y="0"/>
                      <a:pt x="229" y="0"/>
                      <a:pt x="54" y="0"/>
                    </a:cubicBezTo>
                    <a:cubicBezTo>
                      <a:pt x="34" y="141"/>
                      <a:pt x="16" y="282"/>
                      <a:pt x="0" y="423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3" name="Freeform 237"/>
              <p:cNvSpPr/>
              <p:nvPr/>
            </p:nvSpPr>
            <p:spPr bwMode="auto">
              <a:xfrm flipV="1">
                <a:off x="2432" y="3752"/>
                <a:ext cx="218" cy="41"/>
              </a:xfrm>
              <a:custGeom>
                <a:avLst/>
                <a:gdLst>
                  <a:gd name="T0" fmla="*/ 130 w 960"/>
                  <a:gd name="T1" fmla="*/ 176 h 179"/>
                  <a:gd name="T2" fmla="*/ 816 w 960"/>
                  <a:gd name="T3" fmla="*/ 179 h 179"/>
                  <a:gd name="T4" fmla="*/ 960 w 960"/>
                  <a:gd name="T5" fmla="*/ 0 h 179"/>
                  <a:gd name="T6" fmla="*/ 0 w 960"/>
                  <a:gd name="T7" fmla="*/ 0 h 179"/>
                  <a:gd name="T8" fmla="*/ 130 w 960"/>
                  <a:gd name="T9" fmla="*/ 17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0" h="179">
                    <a:moveTo>
                      <a:pt x="130" y="176"/>
                    </a:moveTo>
                    <a:cubicBezTo>
                      <a:pt x="358" y="178"/>
                      <a:pt x="587" y="174"/>
                      <a:pt x="816" y="179"/>
                    </a:cubicBezTo>
                    <a:cubicBezTo>
                      <a:pt x="864" y="119"/>
                      <a:pt x="912" y="60"/>
                      <a:pt x="960" y="0"/>
                    </a:cubicBezTo>
                    <a:cubicBezTo>
                      <a:pt x="640" y="0"/>
                      <a:pt x="320" y="0"/>
                      <a:pt x="0" y="0"/>
                    </a:cubicBezTo>
                    <a:cubicBezTo>
                      <a:pt x="43" y="59"/>
                      <a:pt x="87" y="118"/>
                      <a:pt x="130" y="176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4" name="Freeform 238"/>
              <p:cNvSpPr/>
              <p:nvPr/>
            </p:nvSpPr>
            <p:spPr bwMode="auto">
              <a:xfrm flipV="1">
                <a:off x="2302" y="3840"/>
                <a:ext cx="501" cy="57"/>
              </a:xfrm>
              <a:custGeom>
                <a:avLst/>
                <a:gdLst>
                  <a:gd name="T0" fmla="*/ 132 w 2204"/>
                  <a:gd name="T1" fmla="*/ 248 h 249"/>
                  <a:gd name="T2" fmla="*/ 2064 w 2204"/>
                  <a:gd name="T3" fmla="*/ 249 h 249"/>
                  <a:gd name="T4" fmla="*/ 2204 w 2204"/>
                  <a:gd name="T5" fmla="*/ 1 h 249"/>
                  <a:gd name="T6" fmla="*/ 0 w 2204"/>
                  <a:gd name="T7" fmla="*/ 1 h 249"/>
                  <a:gd name="T8" fmla="*/ 132 w 2204"/>
                  <a:gd name="T9" fmla="*/ 248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04" h="249">
                    <a:moveTo>
                      <a:pt x="132" y="248"/>
                    </a:moveTo>
                    <a:cubicBezTo>
                      <a:pt x="776" y="248"/>
                      <a:pt x="1420" y="246"/>
                      <a:pt x="2064" y="249"/>
                    </a:cubicBezTo>
                    <a:cubicBezTo>
                      <a:pt x="2112" y="167"/>
                      <a:pt x="2159" y="84"/>
                      <a:pt x="2204" y="1"/>
                    </a:cubicBezTo>
                    <a:cubicBezTo>
                      <a:pt x="1470" y="0"/>
                      <a:pt x="735" y="0"/>
                      <a:pt x="0" y="1"/>
                    </a:cubicBezTo>
                    <a:cubicBezTo>
                      <a:pt x="43" y="84"/>
                      <a:pt x="87" y="166"/>
                      <a:pt x="132" y="248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5" name="Freeform 239"/>
              <p:cNvSpPr/>
              <p:nvPr/>
            </p:nvSpPr>
            <p:spPr bwMode="auto">
              <a:xfrm flipV="1">
                <a:off x="5263" y="3841"/>
                <a:ext cx="128" cy="84"/>
              </a:xfrm>
              <a:custGeom>
                <a:avLst/>
                <a:gdLst>
                  <a:gd name="T0" fmla="*/ 1 w 565"/>
                  <a:gd name="T1" fmla="*/ 370 h 370"/>
                  <a:gd name="T2" fmla="*/ 565 w 565"/>
                  <a:gd name="T3" fmla="*/ 370 h 370"/>
                  <a:gd name="T4" fmla="*/ 565 w 565"/>
                  <a:gd name="T5" fmla="*/ 0 h 370"/>
                  <a:gd name="T6" fmla="*/ 247 w 565"/>
                  <a:gd name="T7" fmla="*/ 191 h 370"/>
                  <a:gd name="T8" fmla="*/ 1 w 565"/>
                  <a:gd name="T9" fmla="*/ 0 h 370"/>
                  <a:gd name="T10" fmla="*/ 1 w 565"/>
                  <a:gd name="T11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5" h="370">
                    <a:moveTo>
                      <a:pt x="1" y="370"/>
                    </a:moveTo>
                    <a:cubicBezTo>
                      <a:pt x="189" y="370"/>
                      <a:pt x="377" y="370"/>
                      <a:pt x="565" y="370"/>
                    </a:cubicBezTo>
                    <a:cubicBezTo>
                      <a:pt x="565" y="247"/>
                      <a:pt x="565" y="124"/>
                      <a:pt x="565" y="0"/>
                    </a:cubicBezTo>
                    <a:cubicBezTo>
                      <a:pt x="461" y="64"/>
                      <a:pt x="381" y="206"/>
                      <a:pt x="247" y="191"/>
                    </a:cubicBezTo>
                    <a:cubicBezTo>
                      <a:pt x="157" y="138"/>
                      <a:pt x="82" y="64"/>
                      <a:pt x="1" y="0"/>
                    </a:cubicBezTo>
                    <a:cubicBezTo>
                      <a:pt x="0" y="124"/>
                      <a:pt x="0" y="247"/>
                      <a:pt x="1" y="370"/>
                    </a:cubicBezTo>
                  </a:path>
                </a:pathLst>
              </a:custGeom>
              <a:solidFill>
                <a:srgbClr val="FF5F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15" name="Freeform 241"/>
            <p:cNvSpPr/>
            <p:nvPr/>
          </p:nvSpPr>
          <p:spPr bwMode="auto">
            <a:xfrm flipV="1">
              <a:off x="4664076" y="4024313"/>
              <a:ext cx="65088" cy="66675"/>
            </a:xfrm>
            <a:custGeom>
              <a:avLst/>
              <a:gdLst>
                <a:gd name="T0" fmla="*/ 0 w 180"/>
                <a:gd name="T1" fmla="*/ 115 h 182"/>
                <a:gd name="T2" fmla="*/ 63 w 180"/>
                <a:gd name="T3" fmla="*/ 182 h 182"/>
                <a:gd name="T4" fmla="*/ 180 w 180"/>
                <a:gd name="T5" fmla="*/ 80 h 182"/>
                <a:gd name="T6" fmla="*/ 102 w 180"/>
                <a:gd name="T7" fmla="*/ 0 h 182"/>
                <a:gd name="T8" fmla="*/ 0 w 180"/>
                <a:gd name="T9" fmla="*/ 115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82">
                  <a:moveTo>
                    <a:pt x="0" y="115"/>
                  </a:moveTo>
                  <a:cubicBezTo>
                    <a:pt x="21" y="138"/>
                    <a:pt x="42" y="160"/>
                    <a:pt x="63" y="182"/>
                  </a:cubicBezTo>
                  <a:cubicBezTo>
                    <a:pt x="102" y="149"/>
                    <a:pt x="141" y="114"/>
                    <a:pt x="180" y="80"/>
                  </a:cubicBezTo>
                  <a:cubicBezTo>
                    <a:pt x="154" y="54"/>
                    <a:pt x="128" y="27"/>
                    <a:pt x="102" y="0"/>
                  </a:cubicBezTo>
                  <a:cubicBezTo>
                    <a:pt x="68" y="39"/>
                    <a:pt x="34" y="77"/>
                    <a:pt x="0" y="115"/>
                  </a:cubicBezTo>
                </a:path>
              </a:pathLst>
            </a:custGeom>
            <a:solidFill>
              <a:srgbClr val="4E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42"/>
            <p:cNvSpPr/>
            <p:nvPr/>
          </p:nvSpPr>
          <p:spPr bwMode="auto">
            <a:xfrm flipV="1">
              <a:off x="4416426" y="4260850"/>
              <a:ext cx="69850" cy="71438"/>
            </a:xfrm>
            <a:custGeom>
              <a:avLst/>
              <a:gdLst>
                <a:gd name="T0" fmla="*/ 0 w 196"/>
                <a:gd name="T1" fmla="*/ 131 h 195"/>
                <a:gd name="T2" fmla="*/ 79 w 196"/>
                <a:gd name="T3" fmla="*/ 195 h 195"/>
                <a:gd name="T4" fmla="*/ 196 w 196"/>
                <a:gd name="T5" fmla="*/ 75 h 195"/>
                <a:gd name="T6" fmla="*/ 116 w 196"/>
                <a:gd name="T7" fmla="*/ 0 h 195"/>
                <a:gd name="T8" fmla="*/ 0 w 196"/>
                <a:gd name="T9" fmla="*/ 13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95">
                  <a:moveTo>
                    <a:pt x="0" y="131"/>
                  </a:moveTo>
                  <a:cubicBezTo>
                    <a:pt x="26" y="152"/>
                    <a:pt x="52" y="174"/>
                    <a:pt x="79" y="195"/>
                  </a:cubicBezTo>
                  <a:cubicBezTo>
                    <a:pt x="118" y="155"/>
                    <a:pt x="157" y="115"/>
                    <a:pt x="196" y="75"/>
                  </a:cubicBezTo>
                  <a:cubicBezTo>
                    <a:pt x="170" y="50"/>
                    <a:pt x="143" y="25"/>
                    <a:pt x="116" y="0"/>
                  </a:cubicBezTo>
                  <a:cubicBezTo>
                    <a:pt x="77" y="44"/>
                    <a:pt x="39" y="87"/>
                    <a:pt x="0" y="131"/>
                  </a:cubicBezTo>
                </a:path>
              </a:pathLst>
            </a:custGeom>
            <a:solidFill>
              <a:srgbClr val="50B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43"/>
            <p:cNvSpPr/>
            <p:nvPr/>
          </p:nvSpPr>
          <p:spPr bwMode="auto">
            <a:xfrm flipV="1">
              <a:off x="5049838" y="4283075"/>
              <a:ext cx="1784350" cy="836613"/>
            </a:xfrm>
            <a:custGeom>
              <a:avLst/>
              <a:gdLst>
                <a:gd name="T0" fmla="*/ 488 w 4953"/>
                <a:gd name="T1" fmla="*/ 1809 h 2321"/>
                <a:gd name="T2" fmla="*/ 1000 w 4953"/>
                <a:gd name="T3" fmla="*/ 2321 h 2321"/>
                <a:gd name="T4" fmla="*/ 4953 w 4953"/>
                <a:gd name="T5" fmla="*/ 8 h 2321"/>
                <a:gd name="T6" fmla="*/ 0 w 4953"/>
                <a:gd name="T7" fmla="*/ 5 h 2321"/>
                <a:gd name="T8" fmla="*/ 1 w 4953"/>
                <a:gd name="T9" fmla="*/ 636 h 2321"/>
                <a:gd name="T10" fmla="*/ 606 w 4953"/>
                <a:gd name="T11" fmla="*/ 1199 h 2321"/>
                <a:gd name="T12" fmla="*/ 488 w 4953"/>
                <a:gd name="T13" fmla="*/ 1809 h 2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53" h="2321">
                  <a:moveTo>
                    <a:pt x="488" y="1809"/>
                  </a:moveTo>
                  <a:cubicBezTo>
                    <a:pt x="658" y="1980"/>
                    <a:pt x="828" y="2152"/>
                    <a:pt x="1000" y="2321"/>
                  </a:cubicBezTo>
                  <a:cubicBezTo>
                    <a:pt x="2323" y="1558"/>
                    <a:pt x="3634" y="776"/>
                    <a:pt x="4953" y="8"/>
                  </a:cubicBezTo>
                  <a:cubicBezTo>
                    <a:pt x="3302" y="0"/>
                    <a:pt x="1651" y="7"/>
                    <a:pt x="0" y="5"/>
                  </a:cubicBezTo>
                  <a:cubicBezTo>
                    <a:pt x="0" y="215"/>
                    <a:pt x="0" y="425"/>
                    <a:pt x="1" y="636"/>
                  </a:cubicBezTo>
                  <a:cubicBezTo>
                    <a:pt x="289" y="686"/>
                    <a:pt x="543" y="909"/>
                    <a:pt x="606" y="1199"/>
                  </a:cubicBezTo>
                  <a:cubicBezTo>
                    <a:pt x="660" y="1409"/>
                    <a:pt x="601" y="1630"/>
                    <a:pt x="488" y="1809"/>
                  </a:cubicBezTo>
                </a:path>
              </a:pathLst>
            </a:custGeom>
            <a:solidFill>
              <a:srgbClr val="ADF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18" name="Group 246"/>
            <p:cNvGrpSpPr/>
            <p:nvPr/>
          </p:nvGrpSpPr>
          <p:grpSpPr bwMode="auto">
            <a:xfrm>
              <a:off x="3814763" y="4341813"/>
              <a:ext cx="4464050" cy="1836738"/>
              <a:chOff x="2403" y="2735"/>
              <a:chExt cx="2812" cy="1157"/>
            </a:xfrm>
          </p:grpSpPr>
          <p:sp>
            <p:nvSpPr>
              <p:cNvPr id="62" name="Freeform 244"/>
              <p:cNvSpPr/>
              <p:nvPr/>
            </p:nvSpPr>
            <p:spPr bwMode="auto">
              <a:xfrm flipV="1">
                <a:off x="2403" y="2735"/>
                <a:ext cx="356" cy="320"/>
              </a:xfrm>
              <a:custGeom>
                <a:avLst/>
                <a:gdLst>
                  <a:gd name="T0" fmla="*/ 1505 w 1568"/>
                  <a:gd name="T1" fmla="*/ 1408 h 1408"/>
                  <a:gd name="T2" fmla="*/ 1568 w 1568"/>
                  <a:gd name="T3" fmla="*/ 1367 h 1408"/>
                  <a:gd name="T4" fmla="*/ 1559 w 1568"/>
                  <a:gd name="T5" fmla="*/ 1358 h 1408"/>
                  <a:gd name="T6" fmla="*/ 51 w 1568"/>
                  <a:gd name="T7" fmla="*/ 0 h 1408"/>
                  <a:gd name="T8" fmla="*/ 0 w 1568"/>
                  <a:gd name="T9" fmla="*/ 39 h 1408"/>
                  <a:gd name="T10" fmla="*/ 1505 w 1568"/>
                  <a:gd name="T11" fmla="*/ 1408 h 1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68" h="1408">
                    <a:moveTo>
                      <a:pt x="1505" y="1408"/>
                    </a:moveTo>
                    <a:cubicBezTo>
                      <a:pt x="1521" y="1398"/>
                      <a:pt x="1552" y="1377"/>
                      <a:pt x="1568" y="1367"/>
                    </a:cubicBezTo>
                    <a:lnTo>
                      <a:pt x="1559" y="1358"/>
                    </a:lnTo>
                    <a:cubicBezTo>
                      <a:pt x="1060" y="902"/>
                      <a:pt x="555" y="452"/>
                      <a:pt x="51" y="0"/>
                    </a:cubicBezTo>
                    <a:cubicBezTo>
                      <a:pt x="33" y="12"/>
                      <a:pt x="16" y="25"/>
                      <a:pt x="0" y="39"/>
                    </a:cubicBezTo>
                    <a:cubicBezTo>
                      <a:pt x="505" y="492"/>
                      <a:pt x="1006" y="950"/>
                      <a:pt x="1505" y="1408"/>
                    </a:cubicBezTo>
                  </a:path>
                </a:pathLst>
              </a:custGeom>
              <a:solidFill>
                <a:srgbClr val="A9D2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3" name="Freeform 245"/>
              <p:cNvSpPr/>
              <p:nvPr/>
            </p:nvSpPr>
            <p:spPr bwMode="auto">
              <a:xfrm flipV="1">
                <a:off x="5161" y="3833"/>
                <a:ext cx="54" cy="59"/>
              </a:xfrm>
              <a:custGeom>
                <a:avLst/>
                <a:gdLst>
                  <a:gd name="T0" fmla="*/ 0 w 237"/>
                  <a:gd name="T1" fmla="*/ 262 h 262"/>
                  <a:gd name="T2" fmla="*/ 237 w 237"/>
                  <a:gd name="T3" fmla="*/ 135 h 262"/>
                  <a:gd name="T4" fmla="*/ 235 w 237"/>
                  <a:gd name="T5" fmla="*/ 0 h 262"/>
                  <a:gd name="T6" fmla="*/ 0 w 237"/>
                  <a:gd name="T7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7" h="262">
                    <a:moveTo>
                      <a:pt x="0" y="262"/>
                    </a:moveTo>
                    <a:cubicBezTo>
                      <a:pt x="79" y="220"/>
                      <a:pt x="158" y="178"/>
                      <a:pt x="237" y="135"/>
                    </a:cubicBezTo>
                    <a:cubicBezTo>
                      <a:pt x="236" y="90"/>
                      <a:pt x="236" y="45"/>
                      <a:pt x="235" y="0"/>
                    </a:cubicBezTo>
                    <a:cubicBezTo>
                      <a:pt x="130" y="59"/>
                      <a:pt x="42" y="147"/>
                      <a:pt x="0" y="262"/>
                    </a:cubicBezTo>
                  </a:path>
                </a:pathLst>
              </a:custGeom>
              <a:solidFill>
                <a:srgbClr val="A9D2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19" name="Group 253"/>
            <p:cNvGrpSpPr/>
            <p:nvPr/>
          </p:nvGrpSpPr>
          <p:grpSpPr bwMode="auto">
            <a:xfrm>
              <a:off x="3438526" y="4398963"/>
              <a:ext cx="5867400" cy="1787525"/>
              <a:chOff x="2166" y="2771"/>
              <a:chExt cx="3696" cy="1126"/>
            </a:xfrm>
          </p:grpSpPr>
          <p:sp>
            <p:nvSpPr>
              <p:cNvPr id="56" name="Freeform 247"/>
              <p:cNvSpPr/>
              <p:nvPr/>
            </p:nvSpPr>
            <p:spPr bwMode="auto">
              <a:xfrm flipV="1">
                <a:off x="2763" y="2771"/>
                <a:ext cx="86" cy="123"/>
              </a:xfrm>
              <a:custGeom>
                <a:avLst/>
                <a:gdLst>
                  <a:gd name="T0" fmla="*/ 94 w 378"/>
                  <a:gd name="T1" fmla="*/ 291 h 541"/>
                  <a:gd name="T2" fmla="*/ 349 w 378"/>
                  <a:gd name="T3" fmla="*/ 541 h 541"/>
                  <a:gd name="T4" fmla="*/ 378 w 378"/>
                  <a:gd name="T5" fmla="*/ 374 h 541"/>
                  <a:gd name="T6" fmla="*/ 0 w 378"/>
                  <a:gd name="T7" fmla="*/ 0 h 541"/>
                  <a:gd name="T8" fmla="*/ 94 w 378"/>
                  <a:gd name="T9" fmla="*/ 291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8" h="541">
                    <a:moveTo>
                      <a:pt x="94" y="291"/>
                    </a:moveTo>
                    <a:cubicBezTo>
                      <a:pt x="167" y="385"/>
                      <a:pt x="262" y="459"/>
                      <a:pt x="349" y="541"/>
                    </a:cubicBezTo>
                    <a:cubicBezTo>
                      <a:pt x="358" y="485"/>
                      <a:pt x="368" y="430"/>
                      <a:pt x="378" y="374"/>
                    </a:cubicBezTo>
                    <a:cubicBezTo>
                      <a:pt x="252" y="250"/>
                      <a:pt x="130" y="122"/>
                      <a:pt x="0" y="0"/>
                    </a:cubicBezTo>
                    <a:cubicBezTo>
                      <a:pt x="19" y="100"/>
                      <a:pt x="29" y="208"/>
                      <a:pt x="94" y="291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7" name="Freeform 248"/>
              <p:cNvSpPr/>
              <p:nvPr/>
            </p:nvSpPr>
            <p:spPr bwMode="auto">
              <a:xfrm flipV="1">
                <a:off x="2783" y="2861"/>
                <a:ext cx="192" cy="284"/>
              </a:xfrm>
              <a:custGeom>
                <a:avLst/>
                <a:gdLst>
                  <a:gd name="T0" fmla="*/ 0 w 843"/>
                  <a:gd name="T1" fmla="*/ 880 h 1251"/>
                  <a:gd name="T2" fmla="*/ 376 w 843"/>
                  <a:gd name="T3" fmla="*/ 1251 h 1251"/>
                  <a:gd name="T4" fmla="*/ 655 w 843"/>
                  <a:gd name="T5" fmla="*/ 640 h 1251"/>
                  <a:gd name="T6" fmla="*/ 843 w 843"/>
                  <a:gd name="T7" fmla="*/ 376 h 1251"/>
                  <a:gd name="T8" fmla="*/ 504 w 843"/>
                  <a:gd name="T9" fmla="*/ 57 h 1251"/>
                  <a:gd name="T10" fmla="*/ 334 w 843"/>
                  <a:gd name="T11" fmla="*/ 139 h 1251"/>
                  <a:gd name="T12" fmla="*/ 0 w 843"/>
                  <a:gd name="T13" fmla="*/ 880 h 1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43" h="1251">
                    <a:moveTo>
                      <a:pt x="0" y="880"/>
                    </a:moveTo>
                    <a:cubicBezTo>
                      <a:pt x="129" y="1000"/>
                      <a:pt x="251" y="1127"/>
                      <a:pt x="376" y="1251"/>
                    </a:cubicBezTo>
                    <a:cubicBezTo>
                      <a:pt x="473" y="1049"/>
                      <a:pt x="567" y="846"/>
                      <a:pt x="655" y="640"/>
                    </a:cubicBezTo>
                    <a:cubicBezTo>
                      <a:pt x="697" y="539"/>
                      <a:pt x="768" y="454"/>
                      <a:pt x="843" y="376"/>
                    </a:cubicBezTo>
                    <a:cubicBezTo>
                      <a:pt x="729" y="272"/>
                      <a:pt x="634" y="143"/>
                      <a:pt x="504" y="57"/>
                    </a:cubicBezTo>
                    <a:cubicBezTo>
                      <a:pt x="435" y="0"/>
                      <a:pt x="360" y="74"/>
                      <a:pt x="334" y="139"/>
                    </a:cubicBezTo>
                    <a:cubicBezTo>
                      <a:pt x="222" y="385"/>
                      <a:pt x="104" y="629"/>
                      <a:pt x="0" y="880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8" name="Freeform 249"/>
              <p:cNvSpPr/>
              <p:nvPr/>
            </p:nvSpPr>
            <p:spPr bwMode="auto">
              <a:xfrm flipV="1">
                <a:off x="5710" y="2983"/>
                <a:ext cx="152" cy="113"/>
              </a:xfrm>
              <a:custGeom>
                <a:avLst/>
                <a:gdLst>
                  <a:gd name="T0" fmla="*/ 67 w 666"/>
                  <a:gd name="T1" fmla="*/ 494 h 494"/>
                  <a:gd name="T2" fmla="*/ 666 w 666"/>
                  <a:gd name="T3" fmla="*/ 494 h 494"/>
                  <a:gd name="T4" fmla="*/ 601 w 666"/>
                  <a:gd name="T5" fmla="*/ 0 h 494"/>
                  <a:gd name="T6" fmla="*/ 0 w 666"/>
                  <a:gd name="T7" fmla="*/ 0 h 494"/>
                  <a:gd name="T8" fmla="*/ 67 w 666"/>
                  <a:gd name="T9" fmla="*/ 494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6" h="494">
                    <a:moveTo>
                      <a:pt x="67" y="494"/>
                    </a:moveTo>
                    <a:cubicBezTo>
                      <a:pt x="267" y="494"/>
                      <a:pt x="466" y="494"/>
                      <a:pt x="666" y="494"/>
                    </a:cubicBezTo>
                    <a:cubicBezTo>
                      <a:pt x="645" y="329"/>
                      <a:pt x="621" y="165"/>
                      <a:pt x="601" y="0"/>
                    </a:cubicBezTo>
                    <a:cubicBezTo>
                      <a:pt x="401" y="0"/>
                      <a:pt x="201" y="0"/>
                      <a:pt x="0" y="0"/>
                    </a:cubicBezTo>
                    <a:cubicBezTo>
                      <a:pt x="20" y="165"/>
                      <a:pt x="43" y="330"/>
                      <a:pt x="67" y="494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9" name="Freeform 250"/>
              <p:cNvSpPr/>
              <p:nvPr/>
            </p:nvSpPr>
            <p:spPr bwMode="auto">
              <a:xfrm flipV="1">
                <a:off x="5647" y="3432"/>
                <a:ext cx="155" cy="96"/>
              </a:xfrm>
              <a:custGeom>
                <a:avLst/>
                <a:gdLst>
                  <a:gd name="T0" fmla="*/ 53 w 680"/>
                  <a:gd name="T1" fmla="*/ 423 h 424"/>
                  <a:gd name="T2" fmla="*/ 680 w 680"/>
                  <a:gd name="T3" fmla="*/ 423 h 424"/>
                  <a:gd name="T4" fmla="*/ 623 w 680"/>
                  <a:gd name="T5" fmla="*/ 0 h 424"/>
                  <a:gd name="T6" fmla="*/ 0 w 680"/>
                  <a:gd name="T7" fmla="*/ 0 h 424"/>
                  <a:gd name="T8" fmla="*/ 53 w 680"/>
                  <a:gd name="T9" fmla="*/ 423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0" h="424">
                    <a:moveTo>
                      <a:pt x="53" y="423"/>
                    </a:moveTo>
                    <a:cubicBezTo>
                      <a:pt x="262" y="424"/>
                      <a:pt x="471" y="424"/>
                      <a:pt x="680" y="423"/>
                    </a:cubicBezTo>
                    <a:cubicBezTo>
                      <a:pt x="659" y="283"/>
                      <a:pt x="640" y="142"/>
                      <a:pt x="623" y="0"/>
                    </a:cubicBezTo>
                    <a:cubicBezTo>
                      <a:pt x="415" y="0"/>
                      <a:pt x="208" y="0"/>
                      <a:pt x="0" y="0"/>
                    </a:cubicBezTo>
                    <a:cubicBezTo>
                      <a:pt x="19" y="141"/>
                      <a:pt x="36" y="282"/>
                      <a:pt x="53" y="423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0" name="Freeform 251"/>
              <p:cNvSpPr/>
              <p:nvPr/>
            </p:nvSpPr>
            <p:spPr bwMode="auto">
              <a:xfrm flipV="1">
                <a:off x="2321" y="3750"/>
                <a:ext cx="141" cy="43"/>
              </a:xfrm>
              <a:custGeom>
                <a:avLst/>
                <a:gdLst>
                  <a:gd name="T0" fmla="*/ 239 w 620"/>
                  <a:gd name="T1" fmla="*/ 158 h 191"/>
                  <a:gd name="T2" fmla="*/ 620 w 620"/>
                  <a:gd name="T3" fmla="*/ 178 h 191"/>
                  <a:gd name="T4" fmla="*/ 490 w 620"/>
                  <a:gd name="T5" fmla="*/ 2 h 191"/>
                  <a:gd name="T6" fmla="*/ 0 w 620"/>
                  <a:gd name="T7" fmla="*/ 5 h 191"/>
                  <a:gd name="T8" fmla="*/ 239 w 620"/>
                  <a:gd name="T9" fmla="*/ 158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0" h="191">
                    <a:moveTo>
                      <a:pt x="239" y="158"/>
                    </a:moveTo>
                    <a:cubicBezTo>
                      <a:pt x="363" y="191"/>
                      <a:pt x="493" y="177"/>
                      <a:pt x="620" y="178"/>
                    </a:cubicBezTo>
                    <a:cubicBezTo>
                      <a:pt x="577" y="120"/>
                      <a:pt x="533" y="61"/>
                      <a:pt x="490" y="2"/>
                    </a:cubicBezTo>
                    <a:cubicBezTo>
                      <a:pt x="327" y="2"/>
                      <a:pt x="163" y="0"/>
                      <a:pt x="0" y="5"/>
                    </a:cubicBezTo>
                    <a:cubicBezTo>
                      <a:pt x="71" y="68"/>
                      <a:pt x="145" y="133"/>
                      <a:pt x="239" y="158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1" name="Freeform 252"/>
              <p:cNvSpPr/>
              <p:nvPr/>
            </p:nvSpPr>
            <p:spPr bwMode="auto">
              <a:xfrm flipV="1">
                <a:off x="2166" y="3838"/>
                <a:ext cx="166" cy="59"/>
              </a:xfrm>
              <a:custGeom>
                <a:avLst/>
                <a:gdLst>
                  <a:gd name="T0" fmla="*/ 0 w 731"/>
                  <a:gd name="T1" fmla="*/ 5 h 260"/>
                  <a:gd name="T2" fmla="*/ 268 w 731"/>
                  <a:gd name="T3" fmla="*/ 241 h 260"/>
                  <a:gd name="T4" fmla="*/ 731 w 731"/>
                  <a:gd name="T5" fmla="*/ 250 h 260"/>
                  <a:gd name="T6" fmla="*/ 599 w 731"/>
                  <a:gd name="T7" fmla="*/ 3 h 260"/>
                  <a:gd name="T8" fmla="*/ 0 w 731"/>
                  <a:gd name="T9" fmla="*/ 5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1" h="260">
                    <a:moveTo>
                      <a:pt x="0" y="5"/>
                    </a:moveTo>
                    <a:cubicBezTo>
                      <a:pt x="54" y="115"/>
                      <a:pt x="141" y="221"/>
                      <a:pt x="268" y="241"/>
                    </a:cubicBezTo>
                    <a:cubicBezTo>
                      <a:pt x="422" y="260"/>
                      <a:pt x="577" y="245"/>
                      <a:pt x="731" y="250"/>
                    </a:cubicBezTo>
                    <a:cubicBezTo>
                      <a:pt x="686" y="168"/>
                      <a:pt x="642" y="86"/>
                      <a:pt x="599" y="3"/>
                    </a:cubicBezTo>
                    <a:cubicBezTo>
                      <a:pt x="399" y="3"/>
                      <a:pt x="200" y="0"/>
                      <a:pt x="0" y="5"/>
                    </a:cubicBezTo>
                  </a:path>
                </a:pathLst>
              </a:custGeom>
              <a:solidFill>
                <a:srgbClr val="FF415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20" name="Freeform 254"/>
            <p:cNvSpPr/>
            <p:nvPr/>
          </p:nvSpPr>
          <p:spPr bwMode="auto">
            <a:xfrm flipV="1">
              <a:off x="8599488" y="4506913"/>
              <a:ext cx="88900" cy="25400"/>
            </a:xfrm>
            <a:custGeom>
              <a:avLst/>
              <a:gdLst>
                <a:gd name="T0" fmla="*/ 33 w 249"/>
                <a:gd name="T1" fmla="*/ 71 h 71"/>
                <a:gd name="T2" fmla="*/ 249 w 249"/>
                <a:gd name="T3" fmla="*/ 71 h 71"/>
                <a:gd name="T4" fmla="*/ 240 w 249"/>
                <a:gd name="T5" fmla="*/ 0 h 71"/>
                <a:gd name="T6" fmla="*/ 0 w 249"/>
                <a:gd name="T7" fmla="*/ 0 h 71"/>
                <a:gd name="T8" fmla="*/ 33 w 249"/>
                <a:gd name="T9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9" h="71">
                  <a:moveTo>
                    <a:pt x="33" y="71"/>
                  </a:moveTo>
                  <a:cubicBezTo>
                    <a:pt x="105" y="71"/>
                    <a:pt x="177" y="71"/>
                    <a:pt x="249" y="71"/>
                  </a:cubicBezTo>
                  <a:cubicBezTo>
                    <a:pt x="247" y="53"/>
                    <a:pt x="243" y="18"/>
                    <a:pt x="240" y="0"/>
                  </a:cubicBezTo>
                  <a:cubicBezTo>
                    <a:pt x="160" y="1"/>
                    <a:pt x="80" y="1"/>
                    <a:pt x="0" y="0"/>
                  </a:cubicBezTo>
                  <a:cubicBezTo>
                    <a:pt x="9" y="18"/>
                    <a:pt x="25" y="53"/>
                    <a:pt x="33" y="71"/>
                  </a:cubicBezTo>
                </a:path>
              </a:pathLst>
            </a:custGeom>
            <a:solidFill>
              <a:srgbClr val="F6E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21" name="Group 260"/>
            <p:cNvGrpSpPr/>
            <p:nvPr/>
          </p:nvGrpSpPr>
          <p:grpSpPr bwMode="auto">
            <a:xfrm>
              <a:off x="4967288" y="4503738"/>
              <a:ext cx="4198938" cy="981075"/>
              <a:chOff x="3129" y="2837"/>
              <a:chExt cx="2645" cy="618"/>
            </a:xfrm>
          </p:grpSpPr>
          <p:sp>
            <p:nvSpPr>
              <p:cNvPr id="51" name="Freeform 255"/>
              <p:cNvSpPr/>
              <p:nvPr/>
            </p:nvSpPr>
            <p:spPr bwMode="auto">
              <a:xfrm flipV="1">
                <a:off x="5471" y="2837"/>
                <a:ext cx="249" cy="20"/>
              </a:xfrm>
              <a:custGeom>
                <a:avLst/>
                <a:gdLst>
                  <a:gd name="T0" fmla="*/ 9 w 1096"/>
                  <a:gd name="T1" fmla="*/ 78 h 87"/>
                  <a:gd name="T2" fmla="*/ 1034 w 1096"/>
                  <a:gd name="T3" fmla="*/ 72 h 87"/>
                  <a:gd name="T4" fmla="*/ 1096 w 1096"/>
                  <a:gd name="T5" fmla="*/ 13 h 87"/>
                  <a:gd name="T6" fmla="*/ 0 w 1096"/>
                  <a:gd name="T7" fmla="*/ 7 h 87"/>
                  <a:gd name="T8" fmla="*/ 9 w 1096"/>
                  <a:gd name="T9" fmla="*/ 78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6" h="87">
                    <a:moveTo>
                      <a:pt x="9" y="78"/>
                    </a:moveTo>
                    <a:cubicBezTo>
                      <a:pt x="351" y="74"/>
                      <a:pt x="693" y="87"/>
                      <a:pt x="1034" y="72"/>
                    </a:cubicBezTo>
                    <a:cubicBezTo>
                      <a:pt x="1049" y="58"/>
                      <a:pt x="1080" y="28"/>
                      <a:pt x="1096" y="13"/>
                    </a:cubicBezTo>
                    <a:cubicBezTo>
                      <a:pt x="731" y="0"/>
                      <a:pt x="365" y="11"/>
                      <a:pt x="0" y="7"/>
                    </a:cubicBezTo>
                    <a:cubicBezTo>
                      <a:pt x="3" y="25"/>
                      <a:pt x="7" y="60"/>
                      <a:pt x="9" y="78"/>
                    </a:cubicBezTo>
                  </a:path>
                </a:pathLst>
              </a:custGeom>
              <a:solidFill>
                <a:srgbClr val="FFDA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2" name="Freeform 256"/>
              <p:cNvSpPr/>
              <p:nvPr/>
            </p:nvSpPr>
            <p:spPr bwMode="auto">
              <a:xfrm flipV="1">
                <a:off x="3129" y="2850"/>
                <a:ext cx="152" cy="192"/>
              </a:xfrm>
              <a:custGeom>
                <a:avLst/>
                <a:gdLst>
                  <a:gd name="T0" fmla="*/ 374 w 670"/>
                  <a:gd name="T1" fmla="*/ 659 h 846"/>
                  <a:gd name="T2" fmla="*/ 561 w 670"/>
                  <a:gd name="T3" fmla="*/ 846 h 846"/>
                  <a:gd name="T4" fmla="*/ 601 w 670"/>
                  <a:gd name="T5" fmla="*/ 372 h 846"/>
                  <a:gd name="T6" fmla="*/ 0 w 670"/>
                  <a:gd name="T7" fmla="*/ 48 h 846"/>
                  <a:gd name="T8" fmla="*/ 344 w 670"/>
                  <a:gd name="T9" fmla="*/ 284 h 846"/>
                  <a:gd name="T10" fmla="*/ 374 w 670"/>
                  <a:gd name="T11" fmla="*/ 659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846">
                    <a:moveTo>
                      <a:pt x="374" y="659"/>
                    </a:moveTo>
                    <a:cubicBezTo>
                      <a:pt x="435" y="723"/>
                      <a:pt x="498" y="785"/>
                      <a:pt x="561" y="846"/>
                    </a:cubicBezTo>
                    <a:cubicBezTo>
                      <a:pt x="635" y="701"/>
                      <a:pt x="670" y="526"/>
                      <a:pt x="601" y="372"/>
                    </a:cubicBezTo>
                    <a:cubicBezTo>
                      <a:pt x="513" y="135"/>
                      <a:pt x="244" y="0"/>
                      <a:pt x="0" y="48"/>
                    </a:cubicBezTo>
                    <a:cubicBezTo>
                      <a:pt x="125" y="106"/>
                      <a:pt x="275" y="153"/>
                      <a:pt x="344" y="284"/>
                    </a:cubicBezTo>
                    <a:cubicBezTo>
                      <a:pt x="415" y="397"/>
                      <a:pt x="389" y="535"/>
                      <a:pt x="374" y="659"/>
                    </a:cubicBezTo>
                  </a:path>
                </a:pathLst>
              </a:custGeom>
              <a:solidFill>
                <a:srgbClr val="FFDA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3" name="Freeform 257"/>
              <p:cNvSpPr/>
              <p:nvPr/>
            </p:nvSpPr>
            <p:spPr bwMode="auto">
              <a:xfrm flipV="1">
                <a:off x="5407" y="2903"/>
                <a:ext cx="363" cy="32"/>
              </a:xfrm>
              <a:custGeom>
                <a:avLst/>
                <a:gdLst>
                  <a:gd name="T0" fmla="*/ 1 w 1599"/>
                  <a:gd name="T1" fmla="*/ 141 h 141"/>
                  <a:gd name="T2" fmla="*/ 1575 w 1599"/>
                  <a:gd name="T3" fmla="*/ 141 h 141"/>
                  <a:gd name="T4" fmla="*/ 1599 w 1599"/>
                  <a:gd name="T5" fmla="*/ 0 h 141"/>
                  <a:gd name="T6" fmla="*/ 0 w 1599"/>
                  <a:gd name="T7" fmla="*/ 0 h 141"/>
                  <a:gd name="T8" fmla="*/ 1 w 1599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99" h="141">
                    <a:moveTo>
                      <a:pt x="1" y="141"/>
                    </a:moveTo>
                    <a:cubicBezTo>
                      <a:pt x="526" y="141"/>
                      <a:pt x="1051" y="141"/>
                      <a:pt x="1575" y="141"/>
                    </a:cubicBezTo>
                    <a:cubicBezTo>
                      <a:pt x="1583" y="94"/>
                      <a:pt x="1591" y="47"/>
                      <a:pt x="1599" y="0"/>
                    </a:cubicBezTo>
                    <a:cubicBezTo>
                      <a:pt x="1066" y="0"/>
                      <a:pt x="533" y="0"/>
                      <a:pt x="0" y="0"/>
                    </a:cubicBezTo>
                    <a:cubicBezTo>
                      <a:pt x="0" y="47"/>
                      <a:pt x="0" y="94"/>
                      <a:pt x="1" y="141"/>
                    </a:cubicBezTo>
                  </a:path>
                </a:pathLst>
              </a:custGeom>
              <a:solidFill>
                <a:srgbClr val="FFDA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4" name="Freeform 258"/>
              <p:cNvSpPr>
                <a:spLocks noEditPoints="1"/>
              </p:cNvSpPr>
              <p:nvPr/>
            </p:nvSpPr>
            <p:spPr bwMode="auto">
              <a:xfrm flipV="1">
                <a:off x="5455" y="3144"/>
                <a:ext cx="319" cy="240"/>
              </a:xfrm>
              <a:custGeom>
                <a:avLst/>
                <a:gdLst>
                  <a:gd name="T0" fmla="*/ 0 w 1405"/>
                  <a:gd name="T1" fmla="*/ 1058 h 1059"/>
                  <a:gd name="T2" fmla="*/ 1405 w 1405"/>
                  <a:gd name="T3" fmla="*/ 1059 h 1059"/>
                  <a:gd name="T4" fmla="*/ 1258 w 1405"/>
                  <a:gd name="T5" fmla="*/ 0 h 1059"/>
                  <a:gd name="T6" fmla="*/ 146 w 1405"/>
                  <a:gd name="T7" fmla="*/ 0 h 1059"/>
                  <a:gd name="T8" fmla="*/ 0 w 1405"/>
                  <a:gd name="T9" fmla="*/ 1058 h 1059"/>
                  <a:gd name="T10" fmla="*/ 652 w 1405"/>
                  <a:gd name="T11" fmla="*/ 933 h 1059"/>
                  <a:gd name="T12" fmla="*/ 462 w 1405"/>
                  <a:gd name="T13" fmla="*/ 638 h 1059"/>
                  <a:gd name="T14" fmla="*/ 551 w 1405"/>
                  <a:gd name="T15" fmla="*/ 194 h 1059"/>
                  <a:gd name="T16" fmla="*/ 1084 w 1405"/>
                  <a:gd name="T17" fmla="*/ 318 h 1059"/>
                  <a:gd name="T18" fmla="*/ 1084 w 1405"/>
                  <a:gd name="T19" fmla="*/ 740 h 1059"/>
                  <a:gd name="T20" fmla="*/ 652 w 1405"/>
                  <a:gd name="T21" fmla="*/ 933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05" h="1059">
                    <a:moveTo>
                      <a:pt x="0" y="1058"/>
                    </a:moveTo>
                    <a:cubicBezTo>
                      <a:pt x="468" y="1059"/>
                      <a:pt x="936" y="1058"/>
                      <a:pt x="1405" y="1059"/>
                    </a:cubicBezTo>
                    <a:cubicBezTo>
                      <a:pt x="1356" y="706"/>
                      <a:pt x="1306" y="353"/>
                      <a:pt x="1258" y="0"/>
                    </a:cubicBezTo>
                    <a:cubicBezTo>
                      <a:pt x="888" y="0"/>
                      <a:pt x="517" y="0"/>
                      <a:pt x="146" y="0"/>
                    </a:cubicBezTo>
                    <a:cubicBezTo>
                      <a:pt x="95" y="353"/>
                      <a:pt x="47" y="705"/>
                      <a:pt x="0" y="1058"/>
                    </a:cubicBezTo>
                    <a:moveTo>
                      <a:pt x="652" y="933"/>
                    </a:moveTo>
                    <a:cubicBezTo>
                      <a:pt x="534" y="887"/>
                      <a:pt x="455" y="764"/>
                      <a:pt x="462" y="638"/>
                    </a:cubicBezTo>
                    <a:cubicBezTo>
                      <a:pt x="466" y="489"/>
                      <a:pt x="428" y="307"/>
                      <a:pt x="551" y="194"/>
                    </a:cubicBezTo>
                    <a:cubicBezTo>
                      <a:pt x="704" y="32"/>
                      <a:pt x="1024" y="95"/>
                      <a:pt x="1084" y="318"/>
                    </a:cubicBezTo>
                    <a:cubicBezTo>
                      <a:pt x="1106" y="456"/>
                      <a:pt x="1105" y="601"/>
                      <a:pt x="1084" y="740"/>
                    </a:cubicBezTo>
                    <a:cubicBezTo>
                      <a:pt x="1036" y="919"/>
                      <a:pt x="817" y="1000"/>
                      <a:pt x="652" y="933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5" name="Freeform 259"/>
              <p:cNvSpPr/>
              <p:nvPr/>
            </p:nvSpPr>
            <p:spPr bwMode="auto">
              <a:xfrm flipV="1">
                <a:off x="4088" y="3372"/>
                <a:ext cx="84" cy="83"/>
              </a:xfrm>
              <a:custGeom>
                <a:avLst/>
                <a:gdLst>
                  <a:gd name="T0" fmla="*/ 112 w 374"/>
                  <a:gd name="T1" fmla="*/ 294 h 365"/>
                  <a:gd name="T2" fmla="*/ 282 w 374"/>
                  <a:gd name="T3" fmla="*/ 91 h 365"/>
                  <a:gd name="T4" fmla="*/ 44 w 374"/>
                  <a:gd name="T5" fmla="*/ 110 h 365"/>
                  <a:gd name="T6" fmla="*/ 112 w 374"/>
                  <a:gd name="T7" fmla="*/ 294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74" h="365">
                    <a:moveTo>
                      <a:pt x="112" y="294"/>
                    </a:moveTo>
                    <a:cubicBezTo>
                      <a:pt x="225" y="365"/>
                      <a:pt x="374" y="193"/>
                      <a:pt x="282" y="91"/>
                    </a:cubicBezTo>
                    <a:cubicBezTo>
                      <a:pt x="227" y="0"/>
                      <a:pt x="85" y="14"/>
                      <a:pt x="44" y="110"/>
                    </a:cubicBezTo>
                    <a:cubicBezTo>
                      <a:pt x="0" y="175"/>
                      <a:pt x="47" y="265"/>
                      <a:pt x="112" y="294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22" name="Freeform 261"/>
            <p:cNvSpPr/>
            <p:nvPr/>
          </p:nvSpPr>
          <p:spPr bwMode="auto">
            <a:xfrm flipV="1">
              <a:off x="9058276" y="4505325"/>
              <a:ext cx="230188" cy="31750"/>
            </a:xfrm>
            <a:custGeom>
              <a:avLst/>
              <a:gdLst>
                <a:gd name="T0" fmla="*/ 0 w 638"/>
                <a:gd name="T1" fmla="*/ 75 h 87"/>
                <a:gd name="T2" fmla="*/ 598 w 638"/>
                <a:gd name="T3" fmla="*/ 82 h 87"/>
                <a:gd name="T4" fmla="*/ 638 w 638"/>
                <a:gd name="T5" fmla="*/ 10 h 87"/>
                <a:gd name="T6" fmla="*/ 62 w 638"/>
                <a:gd name="T7" fmla="*/ 16 h 87"/>
                <a:gd name="T8" fmla="*/ 0 w 638"/>
                <a:gd name="T9" fmla="*/ 7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8" h="87">
                  <a:moveTo>
                    <a:pt x="0" y="75"/>
                  </a:moveTo>
                  <a:cubicBezTo>
                    <a:pt x="199" y="87"/>
                    <a:pt x="398" y="78"/>
                    <a:pt x="598" y="82"/>
                  </a:cubicBezTo>
                  <a:cubicBezTo>
                    <a:pt x="608" y="64"/>
                    <a:pt x="628" y="28"/>
                    <a:pt x="638" y="10"/>
                  </a:cubicBezTo>
                  <a:cubicBezTo>
                    <a:pt x="446" y="16"/>
                    <a:pt x="252" y="0"/>
                    <a:pt x="62" y="16"/>
                  </a:cubicBezTo>
                  <a:cubicBezTo>
                    <a:pt x="46" y="31"/>
                    <a:pt x="15" y="61"/>
                    <a:pt x="0" y="75"/>
                  </a:cubicBezTo>
                </a:path>
              </a:pathLst>
            </a:custGeom>
            <a:solidFill>
              <a:srgbClr val="FCB0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23" name="Group 264"/>
            <p:cNvGrpSpPr/>
            <p:nvPr/>
          </p:nvGrpSpPr>
          <p:grpSpPr bwMode="auto">
            <a:xfrm>
              <a:off x="8494713" y="4608513"/>
              <a:ext cx="217488" cy="763588"/>
              <a:chOff x="5351" y="2903"/>
              <a:chExt cx="137" cy="481"/>
            </a:xfrm>
          </p:grpSpPr>
          <p:sp>
            <p:nvSpPr>
              <p:cNvPr id="49" name="Freeform 262"/>
              <p:cNvSpPr/>
              <p:nvPr/>
            </p:nvSpPr>
            <p:spPr bwMode="auto">
              <a:xfrm flipV="1">
                <a:off x="5351" y="2903"/>
                <a:ext cx="56" cy="32"/>
              </a:xfrm>
              <a:custGeom>
                <a:avLst/>
                <a:gdLst>
                  <a:gd name="T0" fmla="*/ 1 w 248"/>
                  <a:gd name="T1" fmla="*/ 141 h 141"/>
                  <a:gd name="T2" fmla="*/ 248 w 248"/>
                  <a:gd name="T3" fmla="*/ 141 h 141"/>
                  <a:gd name="T4" fmla="*/ 247 w 248"/>
                  <a:gd name="T5" fmla="*/ 0 h 141"/>
                  <a:gd name="T6" fmla="*/ 1 w 248"/>
                  <a:gd name="T7" fmla="*/ 0 h 141"/>
                  <a:gd name="T8" fmla="*/ 1 w 248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8" h="141">
                    <a:moveTo>
                      <a:pt x="1" y="141"/>
                    </a:moveTo>
                    <a:cubicBezTo>
                      <a:pt x="83" y="141"/>
                      <a:pt x="165" y="141"/>
                      <a:pt x="248" y="141"/>
                    </a:cubicBezTo>
                    <a:cubicBezTo>
                      <a:pt x="247" y="94"/>
                      <a:pt x="247" y="47"/>
                      <a:pt x="247" y="0"/>
                    </a:cubicBezTo>
                    <a:cubicBezTo>
                      <a:pt x="165" y="0"/>
                      <a:pt x="82" y="0"/>
                      <a:pt x="1" y="0"/>
                    </a:cubicBezTo>
                    <a:cubicBezTo>
                      <a:pt x="0" y="47"/>
                      <a:pt x="0" y="94"/>
                      <a:pt x="1" y="141"/>
                    </a:cubicBezTo>
                  </a:path>
                </a:pathLst>
              </a:custGeom>
              <a:solidFill>
                <a:srgbClr val="FFE6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0" name="Freeform 263"/>
              <p:cNvSpPr/>
              <p:nvPr/>
            </p:nvSpPr>
            <p:spPr bwMode="auto">
              <a:xfrm flipV="1">
                <a:off x="5397" y="3144"/>
                <a:ext cx="91" cy="240"/>
              </a:xfrm>
              <a:custGeom>
                <a:avLst/>
                <a:gdLst>
                  <a:gd name="T0" fmla="*/ 0 w 399"/>
                  <a:gd name="T1" fmla="*/ 1059 h 1059"/>
                  <a:gd name="T2" fmla="*/ 253 w 399"/>
                  <a:gd name="T3" fmla="*/ 1058 h 1059"/>
                  <a:gd name="T4" fmla="*/ 399 w 399"/>
                  <a:gd name="T5" fmla="*/ 0 h 1059"/>
                  <a:gd name="T6" fmla="*/ 148 w 399"/>
                  <a:gd name="T7" fmla="*/ 0 h 1059"/>
                  <a:gd name="T8" fmla="*/ 0 w 399"/>
                  <a:gd name="T9" fmla="*/ 1059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9" h="1059">
                    <a:moveTo>
                      <a:pt x="0" y="1059"/>
                    </a:moveTo>
                    <a:cubicBezTo>
                      <a:pt x="84" y="1059"/>
                      <a:pt x="169" y="1059"/>
                      <a:pt x="253" y="1058"/>
                    </a:cubicBezTo>
                    <a:cubicBezTo>
                      <a:pt x="300" y="705"/>
                      <a:pt x="348" y="353"/>
                      <a:pt x="399" y="0"/>
                    </a:cubicBezTo>
                    <a:cubicBezTo>
                      <a:pt x="315" y="0"/>
                      <a:pt x="232" y="0"/>
                      <a:pt x="148" y="0"/>
                    </a:cubicBezTo>
                    <a:cubicBezTo>
                      <a:pt x="98" y="353"/>
                      <a:pt x="52" y="706"/>
                      <a:pt x="0" y="1059"/>
                    </a:cubicBezTo>
                  </a:path>
                </a:pathLst>
              </a:custGeom>
              <a:solidFill>
                <a:srgbClr val="FFE6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24" name="Group 267"/>
            <p:cNvGrpSpPr/>
            <p:nvPr/>
          </p:nvGrpSpPr>
          <p:grpSpPr bwMode="auto">
            <a:xfrm>
              <a:off x="9112251" y="4608513"/>
              <a:ext cx="273050" cy="763588"/>
              <a:chOff x="5740" y="2903"/>
              <a:chExt cx="172" cy="481"/>
            </a:xfrm>
          </p:grpSpPr>
          <p:sp>
            <p:nvSpPr>
              <p:cNvPr id="47" name="Freeform 265"/>
              <p:cNvSpPr/>
              <p:nvPr/>
            </p:nvSpPr>
            <p:spPr bwMode="auto">
              <a:xfrm flipV="1">
                <a:off x="5765" y="2903"/>
                <a:ext cx="147" cy="32"/>
              </a:xfrm>
              <a:custGeom>
                <a:avLst/>
                <a:gdLst>
                  <a:gd name="T0" fmla="*/ 0 w 648"/>
                  <a:gd name="T1" fmla="*/ 141 h 141"/>
                  <a:gd name="T2" fmla="*/ 648 w 648"/>
                  <a:gd name="T3" fmla="*/ 141 h 141"/>
                  <a:gd name="T4" fmla="*/ 648 w 648"/>
                  <a:gd name="T5" fmla="*/ 0 h 141"/>
                  <a:gd name="T6" fmla="*/ 24 w 648"/>
                  <a:gd name="T7" fmla="*/ 0 h 141"/>
                  <a:gd name="T8" fmla="*/ 0 w 648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8" h="141">
                    <a:moveTo>
                      <a:pt x="0" y="141"/>
                    </a:moveTo>
                    <a:cubicBezTo>
                      <a:pt x="216" y="141"/>
                      <a:pt x="432" y="141"/>
                      <a:pt x="648" y="141"/>
                    </a:cubicBezTo>
                    <a:cubicBezTo>
                      <a:pt x="648" y="94"/>
                      <a:pt x="648" y="47"/>
                      <a:pt x="648" y="0"/>
                    </a:cubicBezTo>
                    <a:cubicBezTo>
                      <a:pt x="440" y="0"/>
                      <a:pt x="232" y="0"/>
                      <a:pt x="24" y="0"/>
                    </a:cubicBezTo>
                    <a:cubicBezTo>
                      <a:pt x="16" y="47"/>
                      <a:pt x="8" y="94"/>
                      <a:pt x="0" y="141"/>
                    </a:cubicBezTo>
                  </a:path>
                </a:pathLst>
              </a:custGeom>
              <a:solidFill>
                <a:srgbClr val="FFB1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8" name="Freeform 266"/>
              <p:cNvSpPr/>
              <p:nvPr/>
            </p:nvSpPr>
            <p:spPr bwMode="auto">
              <a:xfrm flipV="1">
                <a:off x="5740" y="3144"/>
                <a:ext cx="122" cy="240"/>
              </a:xfrm>
              <a:custGeom>
                <a:avLst/>
                <a:gdLst>
                  <a:gd name="T0" fmla="*/ 147 w 535"/>
                  <a:gd name="T1" fmla="*/ 1059 h 1059"/>
                  <a:gd name="T2" fmla="*/ 535 w 535"/>
                  <a:gd name="T3" fmla="*/ 1059 h 1059"/>
                  <a:gd name="T4" fmla="*/ 390 w 535"/>
                  <a:gd name="T5" fmla="*/ 0 h 1059"/>
                  <a:gd name="T6" fmla="*/ 0 w 535"/>
                  <a:gd name="T7" fmla="*/ 0 h 1059"/>
                  <a:gd name="T8" fmla="*/ 147 w 535"/>
                  <a:gd name="T9" fmla="*/ 1059 h 10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5" h="1059">
                    <a:moveTo>
                      <a:pt x="147" y="1059"/>
                    </a:moveTo>
                    <a:cubicBezTo>
                      <a:pt x="276" y="1059"/>
                      <a:pt x="405" y="1059"/>
                      <a:pt x="535" y="1059"/>
                    </a:cubicBezTo>
                    <a:cubicBezTo>
                      <a:pt x="488" y="705"/>
                      <a:pt x="436" y="353"/>
                      <a:pt x="390" y="0"/>
                    </a:cubicBezTo>
                    <a:cubicBezTo>
                      <a:pt x="260" y="0"/>
                      <a:pt x="130" y="0"/>
                      <a:pt x="0" y="0"/>
                    </a:cubicBezTo>
                    <a:cubicBezTo>
                      <a:pt x="48" y="353"/>
                      <a:pt x="98" y="706"/>
                      <a:pt x="147" y="1059"/>
                    </a:cubicBezTo>
                  </a:path>
                </a:pathLst>
              </a:custGeom>
              <a:solidFill>
                <a:srgbClr val="FFB1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25" name="Group 270"/>
            <p:cNvGrpSpPr/>
            <p:nvPr/>
          </p:nvGrpSpPr>
          <p:grpSpPr bwMode="auto">
            <a:xfrm>
              <a:off x="4162426" y="4841875"/>
              <a:ext cx="3998913" cy="1344613"/>
              <a:chOff x="2622" y="3050"/>
              <a:chExt cx="2519" cy="847"/>
            </a:xfrm>
          </p:grpSpPr>
          <p:sp>
            <p:nvSpPr>
              <p:cNvPr id="45" name="Freeform 268"/>
              <p:cNvSpPr/>
              <p:nvPr/>
            </p:nvSpPr>
            <p:spPr bwMode="auto">
              <a:xfrm flipV="1">
                <a:off x="2622" y="3050"/>
                <a:ext cx="1248" cy="847"/>
              </a:xfrm>
              <a:custGeom>
                <a:avLst/>
                <a:gdLst>
                  <a:gd name="T0" fmla="*/ 1353 w 5496"/>
                  <a:gd name="T1" fmla="*/ 3177 h 3730"/>
                  <a:gd name="T2" fmla="*/ 1912 w 5496"/>
                  <a:gd name="T3" fmla="*/ 3730 h 3730"/>
                  <a:gd name="T4" fmla="*/ 2251 w 5496"/>
                  <a:gd name="T5" fmla="*/ 3593 h 3730"/>
                  <a:gd name="T6" fmla="*/ 2255 w 5496"/>
                  <a:gd name="T7" fmla="*/ 2044 h 3730"/>
                  <a:gd name="T8" fmla="*/ 3022 w 5496"/>
                  <a:gd name="T9" fmla="*/ 1275 h 3730"/>
                  <a:gd name="T10" fmla="*/ 5496 w 5496"/>
                  <a:gd name="T11" fmla="*/ 1269 h 3730"/>
                  <a:gd name="T12" fmla="*/ 5015 w 5496"/>
                  <a:gd name="T13" fmla="*/ 553 h 3730"/>
                  <a:gd name="T14" fmla="*/ 4468 w 5496"/>
                  <a:gd name="T15" fmla="*/ 418 h 3730"/>
                  <a:gd name="T16" fmla="*/ 4149 w 5496"/>
                  <a:gd name="T17" fmla="*/ 0 h 3730"/>
                  <a:gd name="T18" fmla="*/ 1958 w 5496"/>
                  <a:gd name="T19" fmla="*/ 0 h 3730"/>
                  <a:gd name="T20" fmla="*/ 1715 w 5496"/>
                  <a:gd name="T21" fmla="*/ 1292 h 3730"/>
                  <a:gd name="T22" fmla="*/ 1303 w 5496"/>
                  <a:gd name="T23" fmla="*/ 1198 h 3730"/>
                  <a:gd name="T24" fmla="*/ 860 w 5496"/>
                  <a:gd name="T25" fmla="*/ 1888 h 3730"/>
                  <a:gd name="T26" fmla="*/ 0 w 5496"/>
                  <a:gd name="T27" fmla="*/ 1979 h 3730"/>
                  <a:gd name="T28" fmla="*/ 521 w 5496"/>
                  <a:gd name="T29" fmla="*/ 2043 h 3730"/>
                  <a:gd name="T30" fmla="*/ 1568 w 5496"/>
                  <a:gd name="T31" fmla="*/ 2047 h 3730"/>
                  <a:gd name="T32" fmla="*/ 1353 w 5496"/>
                  <a:gd name="T33" fmla="*/ 3177 h 3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96" h="3730">
                    <a:moveTo>
                      <a:pt x="1353" y="3177"/>
                    </a:moveTo>
                    <a:cubicBezTo>
                      <a:pt x="1544" y="3357"/>
                      <a:pt x="1725" y="3547"/>
                      <a:pt x="1912" y="3730"/>
                    </a:cubicBezTo>
                    <a:cubicBezTo>
                      <a:pt x="2015" y="3662"/>
                      <a:pt x="2131" y="3619"/>
                      <a:pt x="2251" y="3593"/>
                    </a:cubicBezTo>
                    <a:cubicBezTo>
                      <a:pt x="2253" y="3077"/>
                      <a:pt x="2245" y="2560"/>
                      <a:pt x="2255" y="2044"/>
                    </a:cubicBezTo>
                    <a:cubicBezTo>
                      <a:pt x="2264" y="1640"/>
                      <a:pt x="2618" y="1285"/>
                      <a:pt x="3022" y="1275"/>
                    </a:cubicBezTo>
                    <a:cubicBezTo>
                      <a:pt x="3847" y="1264"/>
                      <a:pt x="4671" y="1276"/>
                      <a:pt x="5496" y="1269"/>
                    </a:cubicBezTo>
                    <a:cubicBezTo>
                      <a:pt x="5451" y="974"/>
                      <a:pt x="5279" y="698"/>
                      <a:pt x="5015" y="553"/>
                    </a:cubicBezTo>
                    <a:cubicBezTo>
                      <a:pt x="4851" y="452"/>
                      <a:pt x="4656" y="432"/>
                      <a:pt x="4468" y="418"/>
                    </a:cubicBezTo>
                    <a:cubicBezTo>
                      <a:pt x="4270" y="392"/>
                      <a:pt x="4147" y="190"/>
                      <a:pt x="4149" y="0"/>
                    </a:cubicBezTo>
                    <a:cubicBezTo>
                      <a:pt x="3419" y="0"/>
                      <a:pt x="2689" y="0"/>
                      <a:pt x="1958" y="0"/>
                    </a:cubicBezTo>
                    <a:cubicBezTo>
                      <a:pt x="1873" y="430"/>
                      <a:pt x="1790" y="860"/>
                      <a:pt x="1715" y="1292"/>
                    </a:cubicBezTo>
                    <a:cubicBezTo>
                      <a:pt x="1597" y="1198"/>
                      <a:pt x="1446" y="1194"/>
                      <a:pt x="1303" y="1198"/>
                    </a:cubicBezTo>
                    <a:cubicBezTo>
                      <a:pt x="1285" y="1484"/>
                      <a:pt x="1120" y="1761"/>
                      <a:pt x="860" y="1888"/>
                    </a:cubicBezTo>
                    <a:cubicBezTo>
                      <a:pt x="595" y="2031"/>
                      <a:pt x="286" y="1956"/>
                      <a:pt x="0" y="1979"/>
                    </a:cubicBezTo>
                    <a:cubicBezTo>
                      <a:pt x="158" y="2074"/>
                      <a:pt x="347" y="2039"/>
                      <a:pt x="521" y="2043"/>
                    </a:cubicBezTo>
                    <a:cubicBezTo>
                      <a:pt x="870" y="2044"/>
                      <a:pt x="1219" y="2036"/>
                      <a:pt x="1568" y="2047"/>
                    </a:cubicBezTo>
                    <a:cubicBezTo>
                      <a:pt x="1496" y="2424"/>
                      <a:pt x="1427" y="2801"/>
                      <a:pt x="1353" y="3177"/>
                    </a:cubicBezTo>
                  </a:path>
                </a:pathLst>
              </a:custGeom>
              <a:solidFill>
                <a:srgbClr val="EFF7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6" name="Freeform 269"/>
              <p:cNvSpPr/>
              <p:nvPr/>
            </p:nvSpPr>
            <p:spPr bwMode="auto">
              <a:xfrm flipV="1">
                <a:off x="4376" y="3514"/>
                <a:ext cx="765" cy="383"/>
              </a:xfrm>
              <a:custGeom>
                <a:avLst/>
                <a:gdLst>
                  <a:gd name="T0" fmla="*/ 2395 w 3371"/>
                  <a:gd name="T1" fmla="*/ 1272 h 1686"/>
                  <a:gd name="T2" fmla="*/ 3107 w 3371"/>
                  <a:gd name="T3" fmla="*/ 1686 h 1686"/>
                  <a:gd name="T4" fmla="*/ 3011 w 3371"/>
                  <a:gd name="T5" fmla="*/ 1035 h 1686"/>
                  <a:gd name="T6" fmla="*/ 3184 w 3371"/>
                  <a:gd name="T7" fmla="*/ 921 h 1686"/>
                  <a:gd name="T8" fmla="*/ 2567 w 3371"/>
                  <a:gd name="T9" fmla="*/ 920 h 1686"/>
                  <a:gd name="T10" fmla="*/ 2373 w 3371"/>
                  <a:gd name="T11" fmla="*/ 832 h 1686"/>
                  <a:gd name="T12" fmla="*/ 2357 w 3371"/>
                  <a:gd name="T13" fmla="*/ 282 h 1686"/>
                  <a:gd name="T14" fmla="*/ 2466 w 3371"/>
                  <a:gd name="T15" fmla="*/ 81 h 1686"/>
                  <a:gd name="T16" fmla="*/ 3324 w 3371"/>
                  <a:gd name="T17" fmla="*/ 78 h 1686"/>
                  <a:gd name="T18" fmla="*/ 3371 w 3371"/>
                  <a:gd name="T19" fmla="*/ 0 h 1686"/>
                  <a:gd name="T20" fmla="*/ 1342 w 3371"/>
                  <a:gd name="T21" fmla="*/ 0 h 1686"/>
                  <a:gd name="T22" fmla="*/ 1045 w 3371"/>
                  <a:gd name="T23" fmla="*/ 415 h 1686"/>
                  <a:gd name="T24" fmla="*/ 503 w 3371"/>
                  <a:gd name="T25" fmla="*/ 542 h 1686"/>
                  <a:gd name="T26" fmla="*/ 0 w 3371"/>
                  <a:gd name="T27" fmla="*/ 1268 h 1686"/>
                  <a:gd name="T28" fmla="*/ 2395 w 3371"/>
                  <a:gd name="T29" fmla="*/ 1272 h 1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371" h="1686">
                    <a:moveTo>
                      <a:pt x="2395" y="1272"/>
                    </a:moveTo>
                    <a:cubicBezTo>
                      <a:pt x="2685" y="1269"/>
                      <a:pt x="2965" y="1433"/>
                      <a:pt x="3107" y="1686"/>
                    </a:cubicBezTo>
                    <a:cubicBezTo>
                      <a:pt x="3139" y="1473"/>
                      <a:pt x="3219" y="1182"/>
                      <a:pt x="3011" y="1035"/>
                    </a:cubicBezTo>
                    <a:cubicBezTo>
                      <a:pt x="3068" y="996"/>
                      <a:pt x="3125" y="957"/>
                      <a:pt x="3184" y="921"/>
                    </a:cubicBezTo>
                    <a:cubicBezTo>
                      <a:pt x="2978" y="917"/>
                      <a:pt x="2773" y="920"/>
                      <a:pt x="2567" y="920"/>
                    </a:cubicBezTo>
                    <a:cubicBezTo>
                      <a:pt x="2497" y="917"/>
                      <a:pt x="2392" y="920"/>
                      <a:pt x="2373" y="832"/>
                    </a:cubicBezTo>
                    <a:cubicBezTo>
                      <a:pt x="2342" y="651"/>
                      <a:pt x="2357" y="465"/>
                      <a:pt x="2357" y="282"/>
                    </a:cubicBezTo>
                    <a:cubicBezTo>
                      <a:pt x="2358" y="205"/>
                      <a:pt x="2366" y="86"/>
                      <a:pt x="2466" y="81"/>
                    </a:cubicBezTo>
                    <a:cubicBezTo>
                      <a:pt x="2751" y="53"/>
                      <a:pt x="3038" y="76"/>
                      <a:pt x="3324" y="78"/>
                    </a:cubicBezTo>
                    <a:cubicBezTo>
                      <a:pt x="3339" y="52"/>
                      <a:pt x="3355" y="26"/>
                      <a:pt x="3371" y="0"/>
                    </a:cubicBezTo>
                    <a:cubicBezTo>
                      <a:pt x="2695" y="1"/>
                      <a:pt x="2018" y="0"/>
                      <a:pt x="1342" y="0"/>
                    </a:cubicBezTo>
                    <a:cubicBezTo>
                      <a:pt x="1350" y="185"/>
                      <a:pt x="1238" y="383"/>
                      <a:pt x="1045" y="415"/>
                    </a:cubicBezTo>
                    <a:cubicBezTo>
                      <a:pt x="861" y="436"/>
                      <a:pt x="667" y="445"/>
                      <a:pt x="503" y="542"/>
                    </a:cubicBezTo>
                    <a:cubicBezTo>
                      <a:pt x="228" y="684"/>
                      <a:pt x="48" y="967"/>
                      <a:pt x="0" y="1268"/>
                    </a:cubicBezTo>
                    <a:cubicBezTo>
                      <a:pt x="798" y="1274"/>
                      <a:pt x="1596" y="1267"/>
                      <a:pt x="2395" y="1272"/>
                    </a:cubicBezTo>
                  </a:path>
                </a:pathLst>
              </a:custGeom>
              <a:solidFill>
                <a:srgbClr val="EFF7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26" name="Group 274"/>
            <p:cNvGrpSpPr/>
            <p:nvPr/>
          </p:nvGrpSpPr>
          <p:grpSpPr bwMode="auto">
            <a:xfrm>
              <a:off x="3686176" y="5187950"/>
              <a:ext cx="5864225" cy="998538"/>
              <a:chOff x="2322" y="3268"/>
              <a:chExt cx="3694" cy="629"/>
            </a:xfrm>
          </p:grpSpPr>
          <p:sp>
            <p:nvSpPr>
              <p:cNvPr id="42" name="Freeform 271"/>
              <p:cNvSpPr/>
              <p:nvPr/>
            </p:nvSpPr>
            <p:spPr bwMode="auto">
              <a:xfrm flipV="1">
                <a:off x="2322" y="3268"/>
                <a:ext cx="171" cy="437"/>
              </a:xfrm>
              <a:custGeom>
                <a:avLst/>
                <a:gdLst>
                  <a:gd name="T0" fmla="*/ 0 w 751"/>
                  <a:gd name="T1" fmla="*/ 1922 h 1922"/>
                  <a:gd name="T2" fmla="*/ 147 w 751"/>
                  <a:gd name="T3" fmla="*/ 1921 h 1922"/>
                  <a:gd name="T4" fmla="*/ 751 w 751"/>
                  <a:gd name="T5" fmla="*/ 0 h 1922"/>
                  <a:gd name="T6" fmla="*/ 390 w 751"/>
                  <a:gd name="T7" fmla="*/ 0 h 1922"/>
                  <a:gd name="T8" fmla="*/ 0 w 751"/>
                  <a:gd name="T9" fmla="*/ 1922 h 1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51" h="1922">
                    <a:moveTo>
                      <a:pt x="0" y="1922"/>
                    </a:moveTo>
                    <a:cubicBezTo>
                      <a:pt x="49" y="1922"/>
                      <a:pt x="98" y="1921"/>
                      <a:pt x="147" y="1921"/>
                    </a:cubicBezTo>
                    <a:cubicBezTo>
                      <a:pt x="348" y="1281"/>
                      <a:pt x="559" y="643"/>
                      <a:pt x="751" y="0"/>
                    </a:cubicBezTo>
                    <a:cubicBezTo>
                      <a:pt x="631" y="0"/>
                      <a:pt x="511" y="0"/>
                      <a:pt x="390" y="0"/>
                    </a:cubicBezTo>
                    <a:cubicBezTo>
                      <a:pt x="262" y="641"/>
                      <a:pt x="131" y="1282"/>
                      <a:pt x="0" y="1922"/>
                    </a:cubicBezTo>
                  </a:path>
                </a:pathLst>
              </a:custGeom>
              <a:solidFill>
                <a:srgbClr val="B4DE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3" name="Freeform 272"/>
              <p:cNvSpPr/>
              <p:nvPr/>
            </p:nvSpPr>
            <p:spPr bwMode="auto">
              <a:xfrm flipV="1">
                <a:off x="5343" y="3626"/>
                <a:ext cx="588" cy="47"/>
              </a:xfrm>
              <a:custGeom>
                <a:avLst/>
                <a:gdLst>
                  <a:gd name="T0" fmla="*/ 1800 w 2588"/>
                  <a:gd name="T1" fmla="*/ 143 h 206"/>
                  <a:gd name="T2" fmla="*/ 2588 w 2588"/>
                  <a:gd name="T3" fmla="*/ 206 h 206"/>
                  <a:gd name="T4" fmla="*/ 2365 w 2588"/>
                  <a:gd name="T5" fmla="*/ 4 h 206"/>
                  <a:gd name="T6" fmla="*/ 0 w 2588"/>
                  <a:gd name="T7" fmla="*/ 2 h 206"/>
                  <a:gd name="T8" fmla="*/ 0 w 2588"/>
                  <a:gd name="T9" fmla="*/ 141 h 206"/>
                  <a:gd name="T10" fmla="*/ 1800 w 2588"/>
                  <a:gd name="T11" fmla="*/ 143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88" h="206">
                    <a:moveTo>
                      <a:pt x="1800" y="143"/>
                    </a:moveTo>
                    <a:cubicBezTo>
                      <a:pt x="2063" y="147"/>
                      <a:pt x="2335" y="113"/>
                      <a:pt x="2588" y="206"/>
                    </a:cubicBezTo>
                    <a:cubicBezTo>
                      <a:pt x="2553" y="107"/>
                      <a:pt x="2485" y="0"/>
                      <a:pt x="2365" y="4"/>
                    </a:cubicBezTo>
                    <a:cubicBezTo>
                      <a:pt x="1577" y="0"/>
                      <a:pt x="788" y="3"/>
                      <a:pt x="0" y="2"/>
                    </a:cubicBezTo>
                    <a:cubicBezTo>
                      <a:pt x="0" y="49"/>
                      <a:pt x="0" y="95"/>
                      <a:pt x="0" y="141"/>
                    </a:cubicBezTo>
                    <a:cubicBezTo>
                      <a:pt x="600" y="146"/>
                      <a:pt x="1200" y="141"/>
                      <a:pt x="1800" y="143"/>
                    </a:cubicBezTo>
                  </a:path>
                </a:pathLst>
              </a:custGeom>
              <a:solidFill>
                <a:srgbClr val="B4DE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4" name="Freeform 273"/>
              <p:cNvSpPr/>
              <p:nvPr/>
            </p:nvSpPr>
            <p:spPr bwMode="auto">
              <a:xfrm flipV="1">
                <a:off x="5439" y="3864"/>
                <a:ext cx="577" cy="33"/>
              </a:xfrm>
              <a:custGeom>
                <a:avLst/>
                <a:gdLst>
                  <a:gd name="T0" fmla="*/ 1 w 2541"/>
                  <a:gd name="T1" fmla="*/ 140 h 143"/>
                  <a:gd name="T2" fmla="*/ 2541 w 2541"/>
                  <a:gd name="T3" fmla="*/ 140 h 143"/>
                  <a:gd name="T4" fmla="*/ 2541 w 2541"/>
                  <a:gd name="T5" fmla="*/ 0 h 143"/>
                  <a:gd name="T6" fmla="*/ 1 w 2541"/>
                  <a:gd name="T7" fmla="*/ 0 h 143"/>
                  <a:gd name="T8" fmla="*/ 1 w 2541"/>
                  <a:gd name="T9" fmla="*/ 140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41" h="143">
                    <a:moveTo>
                      <a:pt x="1" y="140"/>
                    </a:moveTo>
                    <a:cubicBezTo>
                      <a:pt x="847" y="142"/>
                      <a:pt x="1694" y="143"/>
                      <a:pt x="2541" y="140"/>
                    </a:cubicBezTo>
                    <a:cubicBezTo>
                      <a:pt x="2540" y="94"/>
                      <a:pt x="2540" y="47"/>
                      <a:pt x="2541" y="0"/>
                    </a:cubicBezTo>
                    <a:cubicBezTo>
                      <a:pt x="1694" y="0"/>
                      <a:pt x="847" y="0"/>
                      <a:pt x="1" y="0"/>
                    </a:cubicBezTo>
                    <a:cubicBezTo>
                      <a:pt x="0" y="47"/>
                      <a:pt x="0" y="94"/>
                      <a:pt x="1" y="140"/>
                    </a:cubicBezTo>
                  </a:path>
                </a:pathLst>
              </a:custGeom>
              <a:solidFill>
                <a:srgbClr val="B4DE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27" name="Group 282"/>
            <p:cNvGrpSpPr/>
            <p:nvPr/>
          </p:nvGrpSpPr>
          <p:grpSpPr bwMode="auto">
            <a:xfrm>
              <a:off x="2878138" y="5192713"/>
              <a:ext cx="7292975" cy="1552575"/>
              <a:chOff x="1813" y="3271"/>
              <a:chExt cx="4594" cy="978"/>
            </a:xfrm>
          </p:grpSpPr>
          <p:sp>
            <p:nvSpPr>
              <p:cNvPr id="35" name="Freeform 275"/>
              <p:cNvSpPr>
                <a:spLocks noEditPoints="1"/>
              </p:cNvSpPr>
              <p:nvPr/>
            </p:nvSpPr>
            <p:spPr bwMode="auto">
              <a:xfrm flipV="1">
                <a:off x="3180" y="3271"/>
                <a:ext cx="1694" cy="290"/>
              </a:xfrm>
              <a:custGeom>
                <a:avLst/>
                <a:gdLst>
                  <a:gd name="T0" fmla="*/ 5 w 7465"/>
                  <a:gd name="T1" fmla="*/ 1274 h 1278"/>
                  <a:gd name="T2" fmla="*/ 5324 w 7465"/>
                  <a:gd name="T3" fmla="*/ 1271 h 1278"/>
                  <a:gd name="T4" fmla="*/ 7465 w 7465"/>
                  <a:gd name="T5" fmla="*/ 7 h 1278"/>
                  <a:gd name="T6" fmla="*/ 712 w 7465"/>
                  <a:gd name="T7" fmla="*/ 4 h 1278"/>
                  <a:gd name="T8" fmla="*/ 245 w 7465"/>
                  <a:gd name="T9" fmla="*/ 136 h 1278"/>
                  <a:gd name="T10" fmla="*/ 9 w 7465"/>
                  <a:gd name="T11" fmla="*/ 599 h 1278"/>
                  <a:gd name="T12" fmla="*/ 5 w 7465"/>
                  <a:gd name="T13" fmla="*/ 1274 h 1278"/>
                  <a:gd name="T14" fmla="*/ 4043 w 7465"/>
                  <a:gd name="T15" fmla="*/ 972 h 1278"/>
                  <a:gd name="T16" fmla="*/ 3937 w 7465"/>
                  <a:gd name="T17" fmla="*/ 369 h 1278"/>
                  <a:gd name="T18" fmla="*/ 4515 w 7465"/>
                  <a:gd name="T19" fmla="*/ 564 h 1278"/>
                  <a:gd name="T20" fmla="*/ 4043 w 7465"/>
                  <a:gd name="T21" fmla="*/ 972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65" h="1278">
                    <a:moveTo>
                      <a:pt x="5" y="1274"/>
                    </a:moveTo>
                    <a:cubicBezTo>
                      <a:pt x="1778" y="1272"/>
                      <a:pt x="3551" y="1278"/>
                      <a:pt x="5324" y="1271"/>
                    </a:cubicBezTo>
                    <a:cubicBezTo>
                      <a:pt x="6038" y="851"/>
                      <a:pt x="6753" y="430"/>
                      <a:pt x="7465" y="7"/>
                    </a:cubicBezTo>
                    <a:cubicBezTo>
                      <a:pt x="5214" y="0"/>
                      <a:pt x="2963" y="7"/>
                      <a:pt x="712" y="4"/>
                    </a:cubicBezTo>
                    <a:cubicBezTo>
                      <a:pt x="548" y="1"/>
                      <a:pt x="375" y="29"/>
                      <a:pt x="245" y="136"/>
                    </a:cubicBezTo>
                    <a:cubicBezTo>
                      <a:pt x="102" y="245"/>
                      <a:pt x="15" y="420"/>
                      <a:pt x="9" y="599"/>
                    </a:cubicBezTo>
                    <a:cubicBezTo>
                      <a:pt x="0" y="824"/>
                      <a:pt x="8" y="1049"/>
                      <a:pt x="5" y="1274"/>
                    </a:cubicBezTo>
                    <a:moveTo>
                      <a:pt x="4043" y="972"/>
                    </a:moveTo>
                    <a:cubicBezTo>
                      <a:pt x="3795" y="893"/>
                      <a:pt x="3733" y="528"/>
                      <a:pt x="3937" y="369"/>
                    </a:cubicBezTo>
                    <a:cubicBezTo>
                      <a:pt x="4125" y="194"/>
                      <a:pt x="4474" y="308"/>
                      <a:pt x="4515" y="564"/>
                    </a:cubicBezTo>
                    <a:cubicBezTo>
                      <a:pt x="4585" y="827"/>
                      <a:pt x="4293" y="1078"/>
                      <a:pt x="4043" y="97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" name="Freeform 276"/>
              <p:cNvSpPr>
                <a:spLocks noEditPoints="1"/>
              </p:cNvSpPr>
              <p:nvPr/>
            </p:nvSpPr>
            <p:spPr bwMode="auto">
              <a:xfrm flipV="1">
                <a:off x="3611" y="3645"/>
                <a:ext cx="1022" cy="252"/>
              </a:xfrm>
              <a:custGeom>
                <a:avLst/>
                <a:gdLst>
                  <a:gd name="T0" fmla="*/ 1324 w 4498"/>
                  <a:gd name="T1" fmla="*/ 1111 h 1111"/>
                  <a:gd name="T2" fmla="*/ 1339 w 4498"/>
                  <a:gd name="T3" fmla="*/ 1106 h 1111"/>
                  <a:gd name="T4" fmla="*/ 2089 w 4498"/>
                  <a:gd name="T5" fmla="*/ 921 h 1111"/>
                  <a:gd name="T6" fmla="*/ 3413 w 4498"/>
                  <a:gd name="T7" fmla="*/ 634 h 1111"/>
                  <a:gd name="T8" fmla="*/ 4314 w 4498"/>
                  <a:gd name="T9" fmla="*/ 212 h 1111"/>
                  <a:gd name="T10" fmla="*/ 4496 w 4498"/>
                  <a:gd name="T11" fmla="*/ 1 h 1111"/>
                  <a:gd name="T12" fmla="*/ 0 w 4498"/>
                  <a:gd name="T13" fmla="*/ 1 h 1111"/>
                  <a:gd name="T14" fmla="*/ 180 w 4498"/>
                  <a:gd name="T15" fmla="*/ 211 h 1111"/>
                  <a:gd name="T16" fmla="*/ 2262 w 4498"/>
                  <a:gd name="T17" fmla="*/ 216 h 1111"/>
                  <a:gd name="T18" fmla="*/ 2268 w 4498"/>
                  <a:gd name="T19" fmla="*/ 423 h 1111"/>
                  <a:gd name="T20" fmla="*/ 863 w 4498"/>
                  <a:gd name="T21" fmla="*/ 423 h 1111"/>
                  <a:gd name="T22" fmla="*/ 1324 w 4498"/>
                  <a:gd name="T23" fmla="*/ 1111 h 1111"/>
                  <a:gd name="T24" fmla="*/ 2592 w 4498"/>
                  <a:gd name="T25" fmla="*/ 410 h 1111"/>
                  <a:gd name="T26" fmla="*/ 2651 w 4498"/>
                  <a:gd name="T27" fmla="*/ 215 h 1111"/>
                  <a:gd name="T28" fmla="*/ 2992 w 4498"/>
                  <a:gd name="T29" fmla="*/ 221 h 1111"/>
                  <a:gd name="T30" fmla="*/ 2974 w 4498"/>
                  <a:gd name="T31" fmla="*/ 423 h 1111"/>
                  <a:gd name="T32" fmla="*/ 2592 w 4498"/>
                  <a:gd name="T33" fmla="*/ 410 h 1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98" h="1111">
                    <a:moveTo>
                      <a:pt x="1324" y="1111"/>
                    </a:moveTo>
                    <a:lnTo>
                      <a:pt x="1339" y="1106"/>
                    </a:lnTo>
                    <a:cubicBezTo>
                      <a:pt x="1584" y="1024"/>
                      <a:pt x="1839" y="983"/>
                      <a:pt x="2089" y="921"/>
                    </a:cubicBezTo>
                    <a:cubicBezTo>
                      <a:pt x="2531" y="828"/>
                      <a:pt x="2965" y="698"/>
                      <a:pt x="3413" y="634"/>
                    </a:cubicBezTo>
                    <a:cubicBezTo>
                      <a:pt x="3637" y="374"/>
                      <a:pt x="3969" y="214"/>
                      <a:pt x="4314" y="212"/>
                    </a:cubicBezTo>
                    <a:cubicBezTo>
                      <a:pt x="4430" y="221"/>
                      <a:pt x="4498" y="105"/>
                      <a:pt x="4496" y="1"/>
                    </a:cubicBezTo>
                    <a:cubicBezTo>
                      <a:pt x="2998" y="0"/>
                      <a:pt x="1499" y="0"/>
                      <a:pt x="0" y="1"/>
                    </a:cubicBezTo>
                    <a:cubicBezTo>
                      <a:pt x="17" y="95"/>
                      <a:pt x="65" y="215"/>
                      <a:pt x="180" y="211"/>
                    </a:cubicBezTo>
                    <a:cubicBezTo>
                      <a:pt x="874" y="216"/>
                      <a:pt x="1569" y="206"/>
                      <a:pt x="2262" y="216"/>
                    </a:cubicBezTo>
                    <a:cubicBezTo>
                      <a:pt x="2386" y="208"/>
                      <a:pt x="2390" y="428"/>
                      <a:pt x="2268" y="423"/>
                    </a:cubicBezTo>
                    <a:cubicBezTo>
                      <a:pt x="1800" y="425"/>
                      <a:pt x="1331" y="423"/>
                      <a:pt x="863" y="423"/>
                    </a:cubicBezTo>
                    <a:cubicBezTo>
                      <a:pt x="1087" y="594"/>
                      <a:pt x="1262" y="833"/>
                      <a:pt x="1324" y="1111"/>
                    </a:cubicBezTo>
                    <a:moveTo>
                      <a:pt x="2592" y="410"/>
                    </a:moveTo>
                    <a:cubicBezTo>
                      <a:pt x="2514" y="358"/>
                      <a:pt x="2550" y="209"/>
                      <a:pt x="2651" y="215"/>
                    </a:cubicBezTo>
                    <a:cubicBezTo>
                      <a:pt x="2764" y="210"/>
                      <a:pt x="2880" y="203"/>
                      <a:pt x="2992" y="221"/>
                    </a:cubicBezTo>
                    <a:cubicBezTo>
                      <a:pt x="3098" y="235"/>
                      <a:pt x="3083" y="431"/>
                      <a:pt x="2974" y="423"/>
                    </a:cubicBezTo>
                    <a:cubicBezTo>
                      <a:pt x="2847" y="421"/>
                      <a:pt x="2716" y="439"/>
                      <a:pt x="2592" y="4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" name="Freeform 277"/>
              <p:cNvSpPr/>
              <p:nvPr/>
            </p:nvSpPr>
            <p:spPr bwMode="auto">
              <a:xfrm flipV="1">
                <a:off x="1813" y="3944"/>
                <a:ext cx="3404" cy="52"/>
              </a:xfrm>
              <a:custGeom>
                <a:avLst/>
                <a:gdLst>
                  <a:gd name="T0" fmla="*/ 0 w 14997"/>
                  <a:gd name="T1" fmla="*/ 219 h 230"/>
                  <a:gd name="T2" fmla="*/ 14986 w 14997"/>
                  <a:gd name="T3" fmla="*/ 224 h 230"/>
                  <a:gd name="T4" fmla="*/ 14997 w 14997"/>
                  <a:gd name="T5" fmla="*/ 0 h 230"/>
                  <a:gd name="T6" fmla="*/ 14528 w 14997"/>
                  <a:gd name="T7" fmla="*/ 12 h 230"/>
                  <a:gd name="T8" fmla="*/ 525 w 14997"/>
                  <a:gd name="T9" fmla="*/ 12 h 230"/>
                  <a:gd name="T10" fmla="*/ 31 w 14997"/>
                  <a:gd name="T11" fmla="*/ 174 h 230"/>
                  <a:gd name="T12" fmla="*/ 0 w 14997"/>
                  <a:gd name="T13" fmla="*/ 219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97" h="230">
                    <a:moveTo>
                      <a:pt x="0" y="219"/>
                    </a:moveTo>
                    <a:cubicBezTo>
                      <a:pt x="4995" y="230"/>
                      <a:pt x="9990" y="221"/>
                      <a:pt x="14986" y="224"/>
                    </a:cubicBezTo>
                    <a:cubicBezTo>
                      <a:pt x="14988" y="149"/>
                      <a:pt x="14991" y="75"/>
                      <a:pt x="14997" y="0"/>
                    </a:cubicBezTo>
                    <a:cubicBezTo>
                      <a:pt x="14841" y="21"/>
                      <a:pt x="14684" y="11"/>
                      <a:pt x="14528" y="12"/>
                    </a:cubicBezTo>
                    <a:cubicBezTo>
                      <a:pt x="9861" y="12"/>
                      <a:pt x="5193" y="12"/>
                      <a:pt x="525" y="12"/>
                    </a:cubicBezTo>
                    <a:cubicBezTo>
                      <a:pt x="346" y="7"/>
                      <a:pt x="178" y="78"/>
                      <a:pt x="31" y="174"/>
                    </a:cubicBezTo>
                    <a:cubicBezTo>
                      <a:pt x="23" y="185"/>
                      <a:pt x="8" y="208"/>
                      <a:pt x="0" y="2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" name="Freeform 278"/>
              <p:cNvSpPr/>
              <p:nvPr/>
            </p:nvSpPr>
            <p:spPr bwMode="auto">
              <a:xfrm flipV="1">
                <a:off x="5266" y="3940"/>
                <a:ext cx="123" cy="55"/>
              </a:xfrm>
              <a:custGeom>
                <a:avLst/>
                <a:gdLst>
                  <a:gd name="T0" fmla="*/ 0 w 545"/>
                  <a:gd name="T1" fmla="*/ 29 h 242"/>
                  <a:gd name="T2" fmla="*/ 312 w 545"/>
                  <a:gd name="T3" fmla="*/ 219 h 242"/>
                  <a:gd name="T4" fmla="*/ 545 w 545"/>
                  <a:gd name="T5" fmla="*/ 29 h 242"/>
                  <a:gd name="T6" fmla="*/ 0 w 545"/>
                  <a:gd name="T7" fmla="*/ 29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5" h="242">
                    <a:moveTo>
                      <a:pt x="0" y="29"/>
                    </a:moveTo>
                    <a:cubicBezTo>
                      <a:pt x="98" y="96"/>
                      <a:pt x="177" y="242"/>
                      <a:pt x="312" y="219"/>
                    </a:cubicBezTo>
                    <a:cubicBezTo>
                      <a:pt x="396" y="165"/>
                      <a:pt x="469" y="95"/>
                      <a:pt x="545" y="29"/>
                    </a:cubicBezTo>
                    <a:cubicBezTo>
                      <a:pt x="364" y="1"/>
                      <a:pt x="180" y="0"/>
                      <a:pt x="0" y="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" name="Freeform 279"/>
              <p:cNvSpPr/>
              <p:nvPr/>
            </p:nvSpPr>
            <p:spPr bwMode="auto">
              <a:xfrm flipV="1">
                <a:off x="5437" y="3944"/>
                <a:ext cx="970" cy="52"/>
              </a:xfrm>
              <a:custGeom>
                <a:avLst/>
                <a:gdLst>
                  <a:gd name="T0" fmla="*/ 11 w 4273"/>
                  <a:gd name="T1" fmla="*/ 224 h 230"/>
                  <a:gd name="T2" fmla="*/ 4273 w 4273"/>
                  <a:gd name="T3" fmla="*/ 219 h 230"/>
                  <a:gd name="T4" fmla="*/ 4242 w 4273"/>
                  <a:gd name="T5" fmla="*/ 176 h 230"/>
                  <a:gd name="T6" fmla="*/ 3748 w 4273"/>
                  <a:gd name="T7" fmla="*/ 13 h 230"/>
                  <a:gd name="T8" fmla="*/ 504 w 4273"/>
                  <a:gd name="T9" fmla="*/ 12 h 230"/>
                  <a:gd name="T10" fmla="*/ 0 w 4273"/>
                  <a:gd name="T11" fmla="*/ 0 h 230"/>
                  <a:gd name="T12" fmla="*/ 11 w 4273"/>
                  <a:gd name="T13" fmla="*/ 224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73" h="230">
                    <a:moveTo>
                      <a:pt x="11" y="224"/>
                    </a:moveTo>
                    <a:cubicBezTo>
                      <a:pt x="1431" y="221"/>
                      <a:pt x="2852" y="230"/>
                      <a:pt x="4273" y="219"/>
                    </a:cubicBezTo>
                    <a:cubicBezTo>
                      <a:pt x="4265" y="208"/>
                      <a:pt x="4250" y="186"/>
                      <a:pt x="4242" y="176"/>
                    </a:cubicBezTo>
                    <a:cubicBezTo>
                      <a:pt x="4096" y="77"/>
                      <a:pt x="3927" y="8"/>
                      <a:pt x="3748" y="13"/>
                    </a:cubicBezTo>
                    <a:cubicBezTo>
                      <a:pt x="2667" y="11"/>
                      <a:pt x="1585" y="13"/>
                      <a:pt x="504" y="12"/>
                    </a:cubicBezTo>
                    <a:cubicBezTo>
                      <a:pt x="336" y="11"/>
                      <a:pt x="167" y="22"/>
                      <a:pt x="0" y="0"/>
                    </a:cubicBezTo>
                    <a:cubicBezTo>
                      <a:pt x="5" y="75"/>
                      <a:pt x="8" y="149"/>
                      <a:pt x="11" y="22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" name="Freeform 280"/>
              <p:cNvSpPr/>
              <p:nvPr/>
            </p:nvSpPr>
            <p:spPr bwMode="auto">
              <a:xfrm flipV="1">
                <a:off x="2217" y="4119"/>
                <a:ext cx="181" cy="130"/>
              </a:xfrm>
              <a:custGeom>
                <a:avLst/>
                <a:gdLst>
                  <a:gd name="T0" fmla="*/ 0 w 797"/>
                  <a:gd name="T1" fmla="*/ 564 h 576"/>
                  <a:gd name="T2" fmla="*/ 646 w 797"/>
                  <a:gd name="T3" fmla="*/ 560 h 576"/>
                  <a:gd name="T4" fmla="*/ 796 w 797"/>
                  <a:gd name="T5" fmla="*/ 458 h 576"/>
                  <a:gd name="T6" fmla="*/ 740 w 797"/>
                  <a:gd name="T7" fmla="*/ 0 h 576"/>
                  <a:gd name="T8" fmla="*/ 40 w 797"/>
                  <a:gd name="T9" fmla="*/ 0 h 576"/>
                  <a:gd name="T10" fmla="*/ 0 w 797"/>
                  <a:gd name="T11" fmla="*/ 564 h 5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7" h="576">
                    <a:moveTo>
                      <a:pt x="0" y="564"/>
                    </a:moveTo>
                    <a:cubicBezTo>
                      <a:pt x="216" y="561"/>
                      <a:pt x="431" y="576"/>
                      <a:pt x="646" y="560"/>
                    </a:cubicBezTo>
                    <a:cubicBezTo>
                      <a:pt x="708" y="556"/>
                      <a:pt x="795" y="535"/>
                      <a:pt x="796" y="458"/>
                    </a:cubicBezTo>
                    <a:cubicBezTo>
                      <a:pt x="797" y="304"/>
                      <a:pt x="759" y="153"/>
                      <a:pt x="740" y="0"/>
                    </a:cubicBezTo>
                    <a:cubicBezTo>
                      <a:pt x="507" y="0"/>
                      <a:pt x="274" y="0"/>
                      <a:pt x="40" y="0"/>
                    </a:cubicBezTo>
                    <a:cubicBezTo>
                      <a:pt x="28" y="188"/>
                      <a:pt x="11" y="376"/>
                      <a:pt x="0" y="56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" name="Freeform 281"/>
              <p:cNvSpPr/>
              <p:nvPr/>
            </p:nvSpPr>
            <p:spPr bwMode="auto">
              <a:xfrm flipV="1">
                <a:off x="5714" y="4128"/>
                <a:ext cx="214" cy="121"/>
              </a:xfrm>
              <a:custGeom>
                <a:avLst/>
                <a:gdLst>
                  <a:gd name="T0" fmla="*/ 0 w 945"/>
                  <a:gd name="T1" fmla="*/ 514 h 536"/>
                  <a:gd name="T2" fmla="*/ 697 w 945"/>
                  <a:gd name="T3" fmla="*/ 527 h 536"/>
                  <a:gd name="T4" fmla="*/ 863 w 945"/>
                  <a:gd name="T5" fmla="*/ 451 h 536"/>
                  <a:gd name="T6" fmla="*/ 945 w 945"/>
                  <a:gd name="T7" fmla="*/ 0 h 536"/>
                  <a:gd name="T8" fmla="*/ 237 w 945"/>
                  <a:gd name="T9" fmla="*/ 0 h 536"/>
                  <a:gd name="T10" fmla="*/ 0 w 945"/>
                  <a:gd name="T11" fmla="*/ 514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5" h="536">
                    <a:moveTo>
                      <a:pt x="0" y="514"/>
                    </a:moveTo>
                    <a:cubicBezTo>
                      <a:pt x="232" y="535"/>
                      <a:pt x="465" y="536"/>
                      <a:pt x="697" y="527"/>
                    </a:cubicBezTo>
                    <a:cubicBezTo>
                      <a:pt x="757" y="522"/>
                      <a:pt x="838" y="518"/>
                      <a:pt x="863" y="451"/>
                    </a:cubicBezTo>
                    <a:cubicBezTo>
                      <a:pt x="917" y="307"/>
                      <a:pt x="921" y="151"/>
                      <a:pt x="945" y="0"/>
                    </a:cubicBezTo>
                    <a:cubicBezTo>
                      <a:pt x="709" y="0"/>
                      <a:pt x="473" y="0"/>
                      <a:pt x="237" y="0"/>
                    </a:cubicBezTo>
                    <a:cubicBezTo>
                      <a:pt x="158" y="171"/>
                      <a:pt x="76" y="341"/>
                      <a:pt x="0" y="51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sp>
          <p:nvSpPr>
            <p:cNvPr id="28" name="Freeform 283"/>
            <p:cNvSpPr/>
            <p:nvPr/>
          </p:nvSpPr>
          <p:spPr bwMode="auto">
            <a:xfrm flipV="1">
              <a:off x="7789863" y="5854700"/>
              <a:ext cx="417513" cy="312738"/>
            </a:xfrm>
            <a:custGeom>
              <a:avLst/>
              <a:gdLst>
                <a:gd name="T0" fmla="*/ 31 w 1158"/>
                <a:gd name="T1" fmla="*/ 779 h 868"/>
                <a:gd name="T2" fmla="*/ 225 w 1158"/>
                <a:gd name="T3" fmla="*/ 867 h 868"/>
                <a:gd name="T4" fmla="*/ 842 w 1158"/>
                <a:gd name="T5" fmla="*/ 868 h 868"/>
                <a:gd name="T6" fmla="*/ 1158 w 1158"/>
                <a:gd name="T7" fmla="*/ 837 h 868"/>
                <a:gd name="T8" fmla="*/ 982 w 1158"/>
                <a:gd name="T9" fmla="*/ 25 h 868"/>
                <a:gd name="T10" fmla="*/ 124 w 1158"/>
                <a:gd name="T11" fmla="*/ 28 h 868"/>
                <a:gd name="T12" fmla="*/ 15 w 1158"/>
                <a:gd name="T13" fmla="*/ 229 h 868"/>
                <a:gd name="T14" fmla="*/ 31 w 1158"/>
                <a:gd name="T15" fmla="*/ 779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8" h="868">
                  <a:moveTo>
                    <a:pt x="31" y="779"/>
                  </a:moveTo>
                  <a:cubicBezTo>
                    <a:pt x="50" y="867"/>
                    <a:pt x="155" y="864"/>
                    <a:pt x="225" y="867"/>
                  </a:cubicBezTo>
                  <a:cubicBezTo>
                    <a:pt x="431" y="867"/>
                    <a:pt x="636" y="864"/>
                    <a:pt x="842" y="868"/>
                  </a:cubicBezTo>
                  <a:cubicBezTo>
                    <a:pt x="947" y="857"/>
                    <a:pt x="1052" y="847"/>
                    <a:pt x="1158" y="837"/>
                  </a:cubicBezTo>
                  <a:cubicBezTo>
                    <a:pt x="900" y="665"/>
                    <a:pt x="815" y="288"/>
                    <a:pt x="982" y="25"/>
                  </a:cubicBezTo>
                  <a:cubicBezTo>
                    <a:pt x="696" y="23"/>
                    <a:pt x="409" y="0"/>
                    <a:pt x="124" y="28"/>
                  </a:cubicBezTo>
                  <a:cubicBezTo>
                    <a:pt x="24" y="33"/>
                    <a:pt x="16" y="152"/>
                    <a:pt x="15" y="229"/>
                  </a:cubicBezTo>
                  <a:cubicBezTo>
                    <a:pt x="15" y="412"/>
                    <a:pt x="0" y="598"/>
                    <a:pt x="31" y="779"/>
                  </a:cubicBezTo>
                </a:path>
              </a:pathLst>
            </a:custGeom>
            <a:solidFill>
              <a:srgbClr val="F7FC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grpSp>
          <p:nvGrpSpPr>
            <p:cNvPr id="29" name="Group 286"/>
            <p:cNvGrpSpPr/>
            <p:nvPr/>
          </p:nvGrpSpPr>
          <p:grpSpPr bwMode="auto">
            <a:xfrm>
              <a:off x="3584576" y="6821488"/>
              <a:ext cx="5868988" cy="93663"/>
              <a:chOff x="2258" y="4297"/>
              <a:chExt cx="3697" cy="59"/>
            </a:xfrm>
          </p:grpSpPr>
          <p:sp>
            <p:nvSpPr>
              <p:cNvPr id="33" name="Freeform 284"/>
              <p:cNvSpPr/>
              <p:nvPr/>
            </p:nvSpPr>
            <p:spPr bwMode="auto">
              <a:xfrm flipV="1">
                <a:off x="2258" y="4297"/>
                <a:ext cx="142" cy="49"/>
              </a:xfrm>
              <a:custGeom>
                <a:avLst/>
                <a:gdLst>
                  <a:gd name="T0" fmla="*/ 0 w 623"/>
                  <a:gd name="T1" fmla="*/ 3 h 214"/>
                  <a:gd name="T2" fmla="*/ 30 w 623"/>
                  <a:gd name="T3" fmla="*/ 214 h 214"/>
                  <a:gd name="T4" fmla="*/ 623 w 623"/>
                  <a:gd name="T5" fmla="*/ 214 h 214"/>
                  <a:gd name="T6" fmla="*/ 592 w 623"/>
                  <a:gd name="T7" fmla="*/ 0 h 214"/>
                  <a:gd name="T8" fmla="*/ 0 w 623"/>
                  <a:gd name="T9" fmla="*/ 3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3" h="214">
                    <a:moveTo>
                      <a:pt x="0" y="3"/>
                    </a:moveTo>
                    <a:cubicBezTo>
                      <a:pt x="10" y="73"/>
                      <a:pt x="20" y="144"/>
                      <a:pt x="30" y="214"/>
                    </a:cubicBezTo>
                    <a:cubicBezTo>
                      <a:pt x="228" y="214"/>
                      <a:pt x="425" y="214"/>
                      <a:pt x="623" y="214"/>
                    </a:cubicBezTo>
                    <a:cubicBezTo>
                      <a:pt x="613" y="142"/>
                      <a:pt x="602" y="71"/>
                      <a:pt x="592" y="0"/>
                    </a:cubicBezTo>
                    <a:cubicBezTo>
                      <a:pt x="395" y="2"/>
                      <a:pt x="197" y="3"/>
                      <a:pt x="0" y="3"/>
                    </a:cubicBezTo>
                  </a:path>
                </a:pathLst>
              </a:custGeom>
              <a:solidFill>
                <a:srgbClr val="D5B5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" name="Freeform 285"/>
              <p:cNvSpPr/>
              <p:nvPr/>
            </p:nvSpPr>
            <p:spPr bwMode="auto">
              <a:xfrm flipV="1">
                <a:off x="5812" y="4297"/>
                <a:ext cx="143" cy="59"/>
              </a:xfrm>
              <a:custGeom>
                <a:avLst/>
                <a:gdLst>
                  <a:gd name="T0" fmla="*/ 0 w 628"/>
                  <a:gd name="T1" fmla="*/ 258 h 258"/>
                  <a:gd name="T2" fmla="*/ 593 w 628"/>
                  <a:gd name="T3" fmla="*/ 257 h 258"/>
                  <a:gd name="T4" fmla="*/ 628 w 628"/>
                  <a:gd name="T5" fmla="*/ 8 h 258"/>
                  <a:gd name="T6" fmla="*/ 36 w 628"/>
                  <a:gd name="T7" fmla="*/ 7 h 258"/>
                  <a:gd name="T8" fmla="*/ 0 w 628"/>
                  <a:gd name="T9" fmla="*/ 258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8" h="258">
                    <a:moveTo>
                      <a:pt x="0" y="258"/>
                    </a:moveTo>
                    <a:cubicBezTo>
                      <a:pt x="198" y="258"/>
                      <a:pt x="395" y="258"/>
                      <a:pt x="593" y="257"/>
                    </a:cubicBezTo>
                    <a:cubicBezTo>
                      <a:pt x="605" y="174"/>
                      <a:pt x="616" y="91"/>
                      <a:pt x="628" y="8"/>
                    </a:cubicBezTo>
                    <a:cubicBezTo>
                      <a:pt x="431" y="0"/>
                      <a:pt x="233" y="0"/>
                      <a:pt x="36" y="7"/>
                    </a:cubicBezTo>
                    <a:cubicBezTo>
                      <a:pt x="24" y="91"/>
                      <a:pt x="12" y="174"/>
                      <a:pt x="0" y="258"/>
                    </a:cubicBezTo>
                  </a:path>
                </a:pathLst>
              </a:custGeom>
              <a:solidFill>
                <a:srgbClr val="D5B5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30" name="Group 289"/>
            <p:cNvGrpSpPr/>
            <p:nvPr/>
          </p:nvGrpSpPr>
          <p:grpSpPr bwMode="auto">
            <a:xfrm>
              <a:off x="3546476" y="6897688"/>
              <a:ext cx="5954713" cy="392113"/>
              <a:chOff x="2234" y="4345"/>
              <a:chExt cx="3751" cy="247"/>
            </a:xfrm>
          </p:grpSpPr>
          <p:sp>
            <p:nvSpPr>
              <p:cNvPr id="31" name="Freeform 287"/>
              <p:cNvSpPr/>
              <p:nvPr/>
            </p:nvSpPr>
            <p:spPr bwMode="auto">
              <a:xfrm flipV="1">
                <a:off x="2234" y="4345"/>
                <a:ext cx="159" cy="192"/>
              </a:xfrm>
              <a:custGeom>
                <a:avLst/>
                <a:gdLst>
                  <a:gd name="T0" fmla="*/ 106 w 698"/>
                  <a:gd name="T1" fmla="*/ 844 h 844"/>
                  <a:gd name="T2" fmla="*/ 698 w 698"/>
                  <a:gd name="T3" fmla="*/ 841 h 844"/>
                  <a:gd name="T4" fmla="*/ 602 w 698"/>
                  <a:gd name="T5" fmla="*/ 170 h 844"/>
                  <a:gd name="T6" fmla="*/ 325 w 698"/>
                  <a:gd name="T7" fmla="*/ 18 h 844"/>
                  <a:gd name="T8" fmla="*/ 0 w 698"/>
                  <a:gd name="T9" fmla="*/ 110 h 844"/>
                  <a:gd name="T10" fmla="*/ 106 w 698"/>
                  <a:gd name="T11" fmla="*/ 844 h 8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8" h="844">
                    <a:moveTo>
                      <a:pt x="106" y="844"/>
                    </a:moveTo>
                    <a:cubicBezTo>
                      <a:pt x="303" y="844"/>
                      <a:pt x="501" y="843"/>
                      <a:pt x="698" y="841"/>
                    </a:cubicBezTo>
                    <a:cubicBezTo>
                      <a:pt x="667" y="617"/>
                      <a:pt x="634" y="394"/>
                      <a:pt x="602" y="170"/>
                    </a:cubicBezTo>
                    <a:cubicBezTo>
                      <a:pt x="522" y="101"/>
                      <a:pt x="436" y="24"/>
                      <a:pt x="325" y="18"/>
                    </a:cubicBezTo>
                    <a:cubicBezTo>
                      <a:pt x="208" y="0"/>
                      <a:pt x="102" y="62"/>
                      <a:pt x="0" y="110"/>
                    </a:cubicBezTo>
                    <a:cubicBezTo>
                      <a:pt x="37" y="355"/>
                      <a:pt x="71" y="600"/>
                      <a:pt x="106" y="844"/>
                    </a:cubicBezTo>
                  </a:path>
                </a:pathLst>
              </a:custGeom>
              <a:solidFill>
                <a:srgbClr val="E6C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" name="Freeform 288"/>
              <p:cNvSpPr/>
              <p:nvPr/>
            </p:nvSpPr>
            <p:spPr bwMode="auto">
              <a:xfrm flipV="1">
                <a:off x="5820" y="4354"/>
                <a:ext cx="165" cy="238"/>
              </a:xfrm>
              <a:custGeom>
                <a:avLst/>
                <a:gdLst>
                  <a:gd name="T0" fmla="*/ 0 w 724"/>
                  <a:gd name="T1" fmla="*/ 1046 h 1047"/>
                  <a:gd name="T2" fmla="*/ 592 w 724"/>
                  <a:gd name="T3" fmla="*/ 1047 h 1047"/>
                  <a:gd name="T4" fmla="*/ 724 w 724"/>
                  <a:gd name="T5" fmla="*/ 131 h 1047"/>
                  <a:gd name="T6" fmla="*/ 404 w 724"/>
                  <a:gd name="T7" fmla="*/ 17 h 1047"/>
                  <a:gd name="T8" fmla="*/ 126 w 724"/>
                  <a:gd name="T9" fmla="*/ 160 h 1047"/>
                  <a:gd name="T10" fmla="*/ 0 w 724"/>
                  <a:gd name="T11" fmla="*/ 1046 h 10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4" h="1047">
                    <a:moveTo>
                      <a:pt x="0" y="1046"/>
                    </a:moveTo>
                    <a:cubicBezTo>
                      <a:pt x="197" y="1039"/>
                      <a:pt x="395" y="1039"/>
                      <a:pt x="592" y="1047"/>
                    </a:cubicBezTo>
                    <a:cubicBezTo>
                      <a:pt x="637" y="742"/>
                      <a:pt x="679" y="436"/>
                      <a:pt x="724" y="131"/>
                    </a:cubicBezTo>
                    <a:cubicBezTo>
                      <a:pt x="628" y="71"/>
                      <a:pt x="524" y="0"/>
                      <a:pt x="404" y="17"/>
                    </a:cubicBezTo>
                    <a:cubicBezTo>
                      <a:pt x="293" y="19"/>
                      <a:pt x="207" y="94"/>
                      <a:pt x="126" y="160"/>
                    </a:cubicBezTo>
                    <a:cubicBezTo>
                      <a:pt x="86" y="456"/>
                      <a:pt x="41" y="751"/>
                      <a:pt x="0" y="1046"/>
                    </a:cubicBezTo>
                  </a:path>
                </a:pathLst>
              </a:custGeom>
              <a:solidFill>
                <a:srgbClr val="E6C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sp>
        <p:nvSpPr>
          <p:cNvPr id="129" name="椭圆 128"/>
          <p:cNvSpPr/>
          <p:nvPr/>
        </p:nvSpPr>
        <p:spPr>
          <a:xfrm>
            <a:off x="5644258" y="6082581"/>
            <a:ext cx="110729" cy="110729"/>
          </a:xfrm>
          <a:prstGeom prst="ellipse">
            <a:avLst/>
          </a:prstGeom>
          <a:solidFill>
            <a:srgbClr val="FC3977">
              <a:alpha val="50000"/>
            </a:srgb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130" name="椭圆 129"/>
          <p:cNvSpPr/>
          <p:nvPr/>
        </p:nvSpPr>
        <p:spPr>
          <a:xfrm>
            <a:off x="6437014" y="6082581"/>
            <a:ext cx="110729" cy="110729"/>
          </a:xfrm>
          <a:prstGeom prst="ellipse">
            <a:avLst/>
          </a:prstGeom>
          <a:solidFill>
            <a:srgbClr val="FC3977">
              <a:alpha val="50000"/>
            </a:srgb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grpSp>
        <p:nvGrpSpPr>
          <p:cNvPr id="133" name="组合 132"/>
          <p:cNvGrpSpPr/>
          <p:nvPr/>
        </p:nvGrpSpPr>
        <p:grpSpPr>
          <a:xfrm>
            <a:off x="5930347" y="5972291"/>
            <a:ext cx="331308" cy="331308"/>
            <a:chOff x="6095760" y="6483084"/>
            <a:chExt cx="331308" cy="331308"/>
          </a:xfrm>
        </p:grpSpPr>
        <p:sp>
          <p:nvSpPr>
            <p:cNvPr id="131" name="椭圆 130"/>
            <p:cNvSpPr/>
            <p:nvPr/>
          </p:nvSpPr>
          <p:spPr>
            <a:xfrm>
              <a:off x="6173489" y="6560813"/>
              <a:ext cx="175850" cy="175850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6095760" y="6483084"/>
              <a:ext cx="331308" cy="331308"/>
            </a:xfrm>
            <a:prstGeom prst="ellipse">
              <a:avLst/>
            </a:prstGeom>
            <a:noFill/>
            <a:ln w="12700" cap="rnd">
              <a:solidFill>
                <a:srgbClr val="FC39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36" name="文本框 135"/>
          <p:cNvSpPr txBox="1"/>
          <p:nvPr/>
        </p:nvSpPr>
        <p:spPr>
          <a:xfrm>
            <a:off x="6130290" y="2459355"/>
            <a:ext cx="54762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8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目标一：了解欧姆定律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目标二：掌握简单的电路计算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目标三：了解串联电路和并联电路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目标四：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了解串并联电路区别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8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目标五：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charset="-122"/>
                <a:sym typeface="+mn-ea"/>
              </a:rPr>
              <a:t>掌握串并联电路的搭建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1657350" y="994590"/>
            <a:ext cx="3032349" cy="533401"/>
          </a:xfrm>
          <a:prstGeom prst="roundRect">
            <a:avLst>
              <a:gd name="adj" fmla="val 50000"/>
            </a:avLst>
          </a:prstGeom>
          <a:noFill/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139" name="文本框 138"/>
          <p:cNvSpPr txBox="1"/>
          <p:nvPr/>
        </p:nvSpPr>
        <p:spPr>
          <a:xfrm>
            <a:off x="1860550" y="815614"/>
            <a:ext cx="267822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方正黑体简体" panose="02010601030101010101" charset="-122"/>
              </a:rPr>
              <a:t>课程目标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方正黑体简体" panose="0201060103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1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8" grpId="0" bldLvl="0" animBg="1"/>
      <p:bldP spid="1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文本框 28"/>
          <p:cNvSpPr txBox="1"/>
          <p:nvPr/>
        </p:nvSpPr>
        <p:spPr>
          <a:xfrm>
            <a:off x="1894840" y="926465"/>
            <a:ext cx="3738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电路计算</a:t>
            </a:r>
            <a:r>
              <a:rPr lang="en-US" altLang="zh-CN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欧姆定律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804677" y="1149289"/>
            <a:ext cx="90135" cy="324000"/>
            <a:chOff x="2877107" y="1673644"/>
            <a:chExt cx="90135" cy="171923"/>
          </a:xfrm>
        </p:grpSpPr>
        <p:sp>
          <p:nvSpPr>
            <p:cNvPr id="30" name="矩形 29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372035" y="115690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1850390" y="1729740"/>
            <a:ext cx="8883650" cy="15684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6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之前我们学习过电流、电压、电阻的表示字母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欧姆</a:t>
            </a:r>
            <a:r>
              <a:rPr lang="zh-CN" altLang="en-US" sz="2000" b="1" dirty="0" smtClean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定律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在同一电路中，通过某段导体的电流跟这段导体两端的电压成正比，跟这段导体的电阻成反比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645" y="3456305"/>
            <a:ext cx="3870960" cy="290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860" y="3456305"/>
            <a:ext cx="4539615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991860" y="4853305"/>
            <a:ext cx="443230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6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在同一电路中，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的关系是一定的，知道其二，</a:t>
            </a:r>
            <a:r>
              <a:rPr 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能求其一。</a:t>
            </a:r>
            <a:endParaRPr lang="zh-CN" b="1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1894840" y="1126490"/>
            <a:ext cx="3738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电路计算</a:t>
            </a:r>
            <a:r>
              <a:rPr lang="en-US" altLang="zh-CN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欧姆定律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804677" y="1349314"/>
            <a:ext cx="90135" cy="324000"/>
            <a:chOff x="2877107" y="1673644"/>
            <a:chExt cx="90135" cy="171923"/>
          </a:xfrm>
        </p:grpSpPr>
        <p:sp>
          <p:nvSpPr>
            <p:cNvPr id="30" name="矩形 29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1372035" y="1356934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pic>
        <p:nvPicPr>
          <p:cNvPr id="2" name="Picture 5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98" b="16569"/>
          <a:stretch>
            <a:fillRect/>
          </a:stretch>
        </p:blipFill>
        <p:spPr bwMode="auto">
          <a:xfrm>
            <a:off x="1850390" y="2091055"/>
            <a:ext cx="3790950" cy="33845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05" y="2170430"/>
            <a:ext cx="4894580" cy="11677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文本框 3"/>
          <p:cNvSpPr txBox="1"/>
          <p:nvPr/>
        </p:nvSpPr>
        <p:spPr>
          <a:xfrm>
            <a:off x="5986780" y="3552190"/>
            <a:ext cx="52044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80000"/>
              </a:lnSpc>
            </a:pP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假设左图电源电压为</a:t>
            </a: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5V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，电灯的电阻为</a:t>
            </a:r>
            <a:r>
              <a:rPr kumimoji="1" lang="en-US" altLang="zh-CN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2Ω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，求电路中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的电流为多少？</a:t>
            </a:r>
            <a:endParaRPr kumimoji="1"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kumimoji="1"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I=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U÷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电阻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R=2.5A</a:t>
            </a:r>
            <a:endParaRPr kumimoji="1" lang="en-US" altLang="zh-CN" sz="2000" b="1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532890" y="516890"/>
            <a:ext cx="3738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442727" y="739714"/>
            <a:ext cx="90135" cy="324000"/>
            <a:chOff x="2877107" y="1673644"/>
            <a:chExt cx="90135" cy="171923"/>
          </a:xfrm>
        </p:grpSpPr>
        <p:sp>
          <p:nvSpPr>
            <p:cNvPr id="30" name="矩形 29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10085" y="747334"/>
            <a:ext cx="349896" cy="349902"/>
            <a:chOff x="8136820" y="4141527"/>
            <a:chExt cx="349896" cy="349902"/>
          </a:xfrm>
        </p:grpSpPr>
        <p:sp>
          <p:nvSpPr>
            <p:cNvPr id="9" name="椭圆 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1309370" y="1303655"/>
            <a:ext cx="791781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电路中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各个元件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逐个顺次连接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起来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形成一个闭合回路的电路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120" y="1908810"/>
            <a:ext cx="3430905" cy="2120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120" y="4247515"/>
            <a:ext cx="3430905" cy="19354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1642" y="1773524"/>
            <a:ext cx="6398553" cy="47989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1532890" y="983615"/>
            <a:ext cx="3738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串联电路特点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442727" y="1206439"/>
            <a:ext cx="90135" cy="324000"/>
            <a:chOff x="2877107" y="1673644"/>
            <a:chExt cx="90135" cy="171923"/>
          </a:xfrm>
        </p:grpSpPr>
        <p:sp>
          <p:nvSpPr>
            <p:cNvPr id="30" name="矩形 29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010085" y="1214059"/>
            <a:ext cx="349896" cy="349902"/>
            <a:chOff x="8136820" y="4141527"/>
            <a:chExt cx="349896" cy="349902"/>
          </a:xfrm>
        </p:grpSpPr>
        <p:sp>
          <p:nvSpPr>
            <p:cNvPr id="25" name="椭圆 24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323340" y="1764665"/>
            <a:ext cx="9683115" cy="432689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串联电路只有一个回路，电流从电源正极出发，沿着导线经过开关，经过每一个用电器，回到电源负极。整个过程中，电流只有一条路径</a:t>
            </a: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电流处处相等。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总电压等于各元件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两端电压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总电阻等于各个部分电阻之和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中各元件电压和电阻成正比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姆定律）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</a:t>
            </a: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在任何位置都可以控制整个电路</a:t>
            </a: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优点：在一个电路中， 若想控制所有电路， 即可使用串联的电路；</a:t>
            </a:r>
            <a:endParaRPr lang="zh-CN" altLang="en-US" dirty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缺点：只要有某一处断开，整个电路就成为断路，即所相串联的</a:t>
            </a: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电子元件</a:t>
            </a: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不能正常工作。</a:t>
            </a:r>
            <a:endParaRPr lang="zh-CN" altLang="en-US" dirty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1055370" y="1019810"/>
            <a:ext cx="321310" cy="349885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50" name="组合 31"/>
          <p:cNvGrpSpPr/>
          <p:nvPr/>
        </p:nvGrpSpPr>
        <p:grpSpPr>
          <a:xfrm>
            <a:off x="1522095" y="1019810"/>
            <a:ext cx="83185" cy="337820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612265" y="798195"/>
            <a:ext cx="2741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串联电路连接方法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59535" y="1594485"/>
            <a:ext cx="1004252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从电源正极出发，依次经过开关、灯泡，再回到电源负极。（以下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实物应该怎么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连？）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16380" y="2226945"/>
            <a:ext cx="9345295" cy="383667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任意多边形 12"/>
          <p:cNvSpPr/>
          <p:nvPr/>
        </p:nvSpPr>
        <p:spPr>
          <a:xfrm>
            <a:off x="7306945" y="4146550"/>
            <a:ext cx="1765300" cy="723900"/>
          </a:xfrm>
          <a:custGeom>
            <a:avLst/>
            <a:gdLst>
              <a:gd name="connisteX0" fmla="*/ 0 w 1765300"/>
              <a:gd name="connsiteY0" fmla="*/ 145239 h 723724"/>
              <a:gd name="connisteX1" fmla="*/ 147320 w 1765300"/>
              <a:gd name="connsiteY1" fmla="*/ 27129 h 723724"/>
              <a:gd name="connisteX2" fmla="*/ 392430 w 1765300"/>
              <a:gd name="connsiteY2" fmla="*/ 27129 h 723724"/>
              <a:gd name="connisteX3" fmla="*/ 902335 w 1765300"/>
              <a:gd name="connsiteY3" fmla="*/ 262714 h 723724"/>
              <a:gd name="connisteX4" fmla="*/ 1765300 w 1765300"/>
              <a:gd name="connsiteY4" fmla="*/ 723724 h 72372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765300" h="723725">
                <a:moveTo>
                  <a:pt x="0" y="145240"/>
                </a:moveTo>
                <a:cubicBezTo>
                  <a:pt x="24765" y="121745"/>
                  <a:pt x="68580" y="50625"/>
                  <a:pt x="147320" y="27130"/>
                </a:cubicBezTo>
                <a:cubicBezTo>
                  <a:pt x="226060" y="3635"/>
                  <a:pt x="241300" y="-19860"/>
                  <a:pt x="392430" y="27130"/>
                </a:cubicBezTo>
                <a:cubicBezTo>
                  <a:pt x="543560" y="74120"/>
                  <a:pt x="628015" y="123650"/>
                  <a:pt x="902335" y="262715"/>
                </a:cubicBezTo>
                <a:cubicBezTo>
                  <a:pt x="1176655" y="401780"/>
                  <a:pt x="1602740" y="636095"/>
                  <a:pt x="1765300" y="72372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9611995" y="2840355"/>
            <a:ext cx="497205" cy="2078990"/>
          </a:xfrm>
          <a:custGeom>
            <a:avLst/>
            <a:gdLst>
              <a:gd name="connisteX0" fmla="*/ 235585 w 497273"/>
              <a:gd name="connsiteY0" fmla="*/ 2078990 h 2078990"/>
              <a:gd name="connisteX1" fmla="*/ 441325 w 497273"/>
              <a:gd name="connsiteY1" fmla="*/ 1794510 h 2078990"/>
              <a:gd name="connisteX2" fmla="*/ 490220 w 497273"/>
              <a:gd name="connsiteY2" fmla="*/ 1176655 h 2078990"/>
              <a:gd name="connisteX3" fmla="*/ 431800 w 497273"/>
              <a:gd name="connsiteY3" fmla="*/ 588010 h 2078990"/>
              <a:gd name="connisteX4" fmla="*/ 0 w 497273"/>
              <a:gd name="connsiteY4" fmla="*/ 0 h 207899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97273" h="2078990">
                <a:moveTo>
                  <a:pt x="235585" y="2078990"/>
                </a:moveTo>
                <a:cubicBezTo>
                  <a:pt x="275590" y="2034540"/>
                  <a:pt x="390525" y="1974850"/>
                  <a:pt x="441325" y="1794510"/>
                </a:cubicBezTo>
                <a:cubicBezTo>
                  <a:pt x="492125" y="1614170"/>
                  <a:pt x="492125" y="1417955"/>
                  <a:pt x="490220" y="1176655"/>
                </a:cubicBezTo>
                <a:cubicBezTo>
                  <a:pt x="488315" y="935355"/>
                  <a:pt x="529590" y="823595"/>
                  <a:pt x="431800" y="588010"/>
                </a:cubicBezTo>
                <a:cubicBezTo>
                  <a:pt x="334010" y="352425"/>
                  <a:pt x="85090" y="106045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7473950" y="2722245"/>
            <a:ext cx="1588770" cy="127635"/>
          </a:xfrm>
          <a:custGeom>
            <a:avLst/>
            <a:gdLst>
              <a:gd name="connisteX0" fmla="*/ 0 w 1588770"/>
              <a:gd name="connsiteY0" fmla="*/ 108070 h 127755"/>
              <a:gd name="connisteX1" fmla="*/ 558800 w 1588770"/>
              <a:gd name="connsiteY1" fmla="*/ 120 h 127755"/>
              <a:gd name="connisteX2" fmla="*/ 1588770 w 1588770"/>
              <a:gd name="connsiteY2" fmla="*/ 127755 h 1277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588770" h="127756">
                <a:moveTo>
                  <a:pt x="0" y="108071"/>
                </a:moveTo>
                <a:cubicBezTo>
                  <a:pt x="91440" y="83941"/>
                  <a:pt x="241300" y="-3689"/>
                  <a:pt x="558800" y="121"/>
                </a:cubicBezTo>
                <a:cubicBezTo>
                  <a:pt x="876300" y="3931"/>
                  <a:pt x="1393825" y="99816"/>
                  <a:pt x="1588770" y="12775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6648450" y="4130040"/>
            <a:ext cx="648970" cy="1363980"/>
          </a:xfrm>
          <a:custGeom>
            <a:avLst/>
            <a:gdLst>
              <a:gd name="connisteX0" fmla="*/ 1231 w 648931"/>
              <a:gd name="connsiteY0" fmla="*/ 171260 h 1363862"/>
              <a:gd name="connisteX1" fmla="*/ 40601 w 648931"/>
              <a:gd name="connsiteY1" fmla="*/ 43625 h 1363862"/>
              <a:gd name="connisteX2" fmla="*/ 285711 w 648931"/>
              <a:gd name="connsiteY2" fmla="*/ 14415 h 1363862"/>
              <a:gd name="connisteX3" fmla="*/ 334606 w 648931"/>
              <a:gd name="connsiteY3" fmla="*/ 210630 h 1363862"/>
              <a:gd name="connisteX4" fmla="*/ 344766 w 648931"/>
              <a:gd name="connsiteY4" fmla="*/ 1211390 h 1363862"/>
              <a:gd name="connisteX5" fmla="*/ 530821 w 648931"/>
              <a:gd name="connsiteY5" fmla="*/ 1338390 h 1363862"/>
              <a:gd name="connisteX6" fmla="*/ 648931 w 648931"/>
              <a:gd name="connsiteY6" fmla="*/ 1161860 h 13638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648932" h="1363862">
                <a:moveTo>
                  <a:pt x="1232" y="171260"/>
                </a:moveTo>
                <a:cubicBezTo>
                  <a:pt x="4407" y="146495"/>
                  <a:pt x="-16548" y="74740"/>
                  <a:pt x="40602" y="43625"/>
                </a:cubicBezTo>
                <a:cubicBezTo>
                  <a:pt x="97752" y="12510"/>
                  <a:pt x="226657" y="-19240"/>
                  <a:pt x="285712" y="14415"/>
                </a:cubicBezTo>
                <a:cubicBezTo>
                  <a:pt x="344767" y="48070"/>
                  <a:pt x="322542" y="-28765"/>
                  <a:pt x="334607" y="210630"/>
                </a:cubicBezTo>
                <a:cubicBezTo>
                  <a:pt x="346672" y="450025"/>
                  <a:pt x="305397" y="985965"/>
                  <a:pt x="344767" y="1211390"/>
                </a:cubicBezTo>
                <a:cubicBezTo>
                  <a:pt x="384137" y="1436815"/>
                  <a:pt x="469862" y="1348550"/>
                  <a:pt x="530822" y="1338390"/>
                </a:cubicBezTo>
                <a:cubicBezTo>
                  <a:pt x="591782" y="1328230"/>
                  <a:pt x="629247" y="1199960"/>
                  <a:pt x="648932" y="116186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5963285" y="4163060"/>
            <a:ext cx="706120" cy="1315085"/>
          </a:xfrm>
          <a:custGeom>
            <a:avLst/>
            <a:gdLst>
              <a:gd name="connisteX0" fmla="*/ 0 w 706120"/>
              <a:gd name="connsiteY0" fmla="*/ 138300 h 1315396"/>
              <a:gd name="connisteX1" fmla="*/ 58420 w 706120"/>
              <a:gd name="connsiteY1" fmla="*/ 20825 h 1315396"/>
              <a:gd name="connisteX2" fmla="*/ 235585 w 706120"/>
              <a:gd name="connsiteY2" fmla="*/ 10665 h 1315396"/>
              <a:gd name="connisteX3" fmla="*/ 323850 w 706120"/>
              <a:gd name="connsiteY3" fmla="*/ 98930 h 1315396"/>
              <a:gd name="connisteX4" fmla="*/ 333375 w 706120"/>
              <a:gd name="connsiteY4" fmla="*/ 246250 h 1315396"/>
              <a:gd name="connisteX5" fmla="*/ 362585 w 706120"/>
              <a:gd name="connsiteY5" fmla="*/ 1139060 h 1315396"/>
              <a:gd name="connisteX6" fmla="*/ 480695 w 706120"/>
              <a:gd name="connsiteY6" fmla="*/ 1295905 h 1315396"/>
              <a:gd name="connisteX7" fmla="*/ 607695 w 706120"/>
              <a:gd name="connsiteY7" fmla="*/ 1285745 h 1315396"/>
              <a:gd name="connisteX8" fmla="*/ 706120 w 706120"/>
              <a:gd name="connsiteY8" fmla="*/ 1119375 h 13153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706120" h="1315396">
                <a:moveTo>
                  <a:pt x="0" y="138300"/>
                </a:moveTo>
                <a:cubicBezTo>
                  <a:pt x="8255" y="114805"/>
                  <a:pt x="11430" y="46225"/>
                  <a:pt x="58420" y="20825"/>
                </a:cubicBezTo>
                <a:cubicBezTo>
                  <a:pt x="105410" y="-4575"/>
                  <a:pt x="182245" y="-5210"/>
                  <a:pt x="235585" y="10665"/>
                </a:cubicBezTo>
                <a:cubicBezTo>
                  <a:pt x="288925" y="26540"/>
                  <a:pt x="304165" y="51940"/>
                  <a:pt x="323850" y="98930"/>
                </a:cubicBezTo>
                <a:cubicBezTo>
                  <a:pt x="343535" y="145920"/>
                  <a:pt x="325755" y="37970"/>
                  <a:pt x="333375" y="246250"/>
                </a:cubicBezTo>
                <a:cubicBezTo>
                  <a:pt x="340995" y="454530"/>
                  <a:pt x="333375" y="928875"/>
                  <a:pt x="362585" y="1139060"/>
                </a:cubicBezTo>
                <a:cubicBezTo>
                  <a:pt x="391795" y="1349245"/>
                  <a:pt x="431800" y="1266695"/>
                  <a:pt x="480695" y="1295905"/>
                </a:cubicBezTo>
                <a:cubicBezTo>
                  <a:pt x="529590" y="1325115"/>
                  <a:pt x="562610" y="1321305"/>
                  <a:pt x="607695" y="1285745"/>
                </a:cubicBezTo>
                <a:cubicBezTo>
                  <a:pt x="652780" y="1250185"/>
                  <a:pt x="688975" y="1152395"/>
                  <a:pt x="706120" y="111937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5553710" y="2810510"/>
            <a:ext cx="1341120" cy="2723515"/>
          </a:xfrm>
          <a:custGeom>
            <a:avLst/>
            <a:gdLst>
              <a:gd name="connisteX0" fmla="*/ 1340891 w 1340891"/>
              <a:gd name="connsiteY0" fmla="*/ 0 h 2723739"/>
              <a:gd name="connisteX1" fmla="*/ 782091 w 1340891"/>
              <a:gd name="connsiteY1" fmla="*/ 235585 h 2723739"/>
              <a:gd name="connisteX2" fmla="*/ 379501 w 1340891"/>
              <a:gd name="connsiteY2" fmla="*/ 804545 h 2723739"/>
              <a:gd name="connisteX3" fmla="*/ 75971 w 1340891"/>
              <a:gd name="connsiteY3" fmla="*/ 1373505 h 2723739"/>
              <a:gd name="connisteX4" fmla="*/ 16916 w 1340891"/>
              <a:gd name="connsiteY4" fmla="*/ 1971675 h 2723739"/>
              <a:gd name="connisteX5" fmla="*/ 16916 w 1340891"/>
              <a:gd name="connsiteY5" fmla="*/ 2511425 h 2723739"/>
              <a:gd name="connisteX6" fmla="*/ 173761 w 1340891"/>
              <a:gd name="connsiteY6" fmla="*/ 2697480 h 2723739"/>
              <a:gd name="connisteX7" fmla="*/ 369976 w 1340891"/>
              <a:gd name="connsiteY7" fmla="*/ 2687955 h 2723739"/>
              <a:gd name="connisteX8" fmla="*/ 429031 w 1340891"/>
              <a:gd name="connsiteY8" fmla="*/ 2461895 h 272373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340892" h="2723740">
                <a:moveTo>
                  <a:pt x="1340892" y="0"/>
                </a:moveTo>
                <a:cubicBezTo>
                  <a:pt x="1237387" y="35560"/>
                  <a:pt x="974497" y="74930"/>
                  <a:pt x="782092" y="235585"/>
                </a:cubicBezTo>
                <a:cubicBezTo>
                  <a:pt x="589687" y="396240"/>
                  <a:pt x="520472" y="577215"/>
                  <a:pt x="379502" y="804545"/>
                </a:cubicBezTo>
                <a:cubicBezTo>
                  <a:pt x="238532" y="1031875"/>
                  <a:pt x="148362" y="1139825"/>
                  <a:pt x="75972" y="1373505"/>
                </a:cubicBezTo>
                <a:cubicBezTo>
                  <a:pt x="3582" y="1607185"/>
                  <a:pt x="28982" y="1744345"/>
                  <a:pt x="16917" y="1971675"/>
                </a:cubicBezTo>
                <a:cubicBezTo>
                  <a:pt x="4852" y="2199005"/>
                  <a:pt x="-14198" y="2366010"/>
                  <a:pt x="16917" y="2511425"/>
                </a:cubicBezTo>
                <a:cubicBezTo>
                  <a:pt x="48032" y="2656840"/>
                  <a:pt x="103277" y="2661920"/>
                  <a:pt x="173762" y="2697480"/>
                </a:cubicBezTo>
                <a:cubicBezTo>
                  <a:pt x="244247" y="2733040"/>
                  <a:pt x="319177" y="2734945"/>
                  <a:pt x="369977" y="2687955"/>
                </a:cubicBezTo>
                <a:cubicBezTo>
                  <a:pt x="420777" y="2640965"/>
                  <a:pt x="421412" y="2506980"/>
                  <a:pt x="429032" y="246189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862765" y="110610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419860" y="882650"/>
            <a:ext cx="4089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1329697" y="110420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84275" y="1709420"/>
            <a:ext cx="1037907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电路中各个用电器的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两端分别连接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在一起，这样形成的一个闭合回路的电路。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r="4931" b="11947"/>
          <a:stretch>
            <a:fillRect/>
          </a:stretch>
        </p:blipFill>
        <p:spPr>
          <a:xfrm>
            <a:off x="1329690" y="2800350"/>
            <a:ext cx="4711700" cy="32886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6421120" y="3200400"/>
            <a:ext cx="4876165" cy="156845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假若我们把用电器比作是两个小朋友，他们是左手牵左手，右手牵右手。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他们人有两个连接点）。</a:t>
            </a:r>
            <a:endParaRPr lang="zh-CN" altLang="en-US" sz="2000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79540" y="4940935"/>
            <a:ext cx="4876165" cy="107632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假若我们把用电器比作是两个小朋友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，他们是左手牵右手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他们只有一个连接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点）。</a:t>
            </a:r>
            <a:endParaRPr lang="zh-CN" altLang="en-US" sz="2000" dirty="0">
              <a:solidFill>
                <a:schemeClr val="bg1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5827395" y="3738245"/>
            <a:ext cx="546100" cy="6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5851525" y="5564505"/>
            <a:ext cx="546100" cy="63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793415" y="5666044"/>
            <a:ext cx="349896" cy="349902"/>
            <a:chOff x="8136820" y="4141527"/>
            <a:chExt cx="349896" cy="349902"/>
          </a:xfrm>
        </p:grpSpPr>
        <p:sp>
          <p:nvSpPr>
            <p:cNvPr id="8" name="椭圆 7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245410" y="3748979"/>
            <a:ext cx="349896" cy="349902"/>
            <a:chOff x="8136820" y="4141527"/>
            <a:chExt cx="349896" cy="349902"/>
          </a:xfrm>
        </p:grpSpPr>
        <p:sp>
          <p:nvSpPr>
            <p:cNvPr id="13" name="椭圆 12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542715" y="3814384"/>
            <a:ext cx="349896" cy="349902"/>
            <a:chOff x="8136820" y="4141527"/>
            <a:chExt cx="349896" cy="349902"/>
          </a:xfrm>
        </p:grpSpPr>
        <p:sp>
          <p:nvSpPr>
            <p:cNvPr id="17" name="椭圆 16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862765" y="110610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419860" y="882650"/>
            <a:ext cx="4089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并联电路连接方法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1329697" y="110420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84275" y="1709420"/>
            <a:ext cx="10379075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从电源正极出发，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经过开关、再连接用电器，用电器相互并联之后，再回到电源负极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546350"/>
            <a:ext cx="3116580" cy="3832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0" y="2335530"/>
            <a:ext cx="4585970" cy="4315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947220" y="782894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50" name="组合 31"/>
          <p:cNvGrpSpPr/>
          <p:nvPr/>
        </p:nvGrpSpPr>
        <p:grpSpPr>
          <a:xfrm>
            <a:off x="1414152" y="78289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475364" y="561539"/>
            <a:ext cx="30616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电路特点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28420" y="1339850"/>
            <a:ext cx="9114155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有多个回路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，每个回路都是电流从电源正极出发，经过用电器回到到电源负极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并联电路各支路两端电压都相等</a:t>
            </a: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并联电路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干路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总电流等于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各支路电流之和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并联电路总电阻小于各支路电阻，总电阻的倒数等于各支路电阻的倒数之和。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并联电路各支路电流与电阻成反比。（</a:t>
            </a: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欧姆定律）</a:t>
            </a:r>
            <a:endParaRPr lang="zh-CN" altLang="en-US" dirty="0" smtClean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干路开关控制整个电路，支路开关只控制支路。</a:t>
            </a:r>
            <a:endParaRPr lang="en-US" altLang="zh-CN" dirty="0" smtClean="0">
              <a:solidFill>
                <a:srgbClr val="FECE0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支路</a:t>
            </a:r>
            <a:r>
              <a:rPr lang="zh-CN" altLang="en-US" dirty="0">
                <a:solidFill>
                  <a:srgbClr val="FECE0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一处断开不影响其他支路正常工作。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50" name="Picture 2" descr="https://timgsa.baidu.com/timg?image&amp;quality=80&amp;size=b9999_10000&amp;sec=1523345965742&amp;di=9b9c19fb200743227f85c7f76e83bfc3&amp;imgtype=0&amp;src=http%3A%2F%2Fe.hiphotos.baidu.com%2Fzhidao%2Fpic%2Fitem%2Ffc1f4134970a304ea9edbf74d1c8a786c8175c7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25" y="4033520"/>
            <a:ext cx="5346065" cy="22885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1556820" y="992444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50" name="组合 31"/>
          <p:cNvGrpSpPr/>
          <p:nvPr/>
        </p:nvGrpSpPr>
        <p:grpSpPr>
          <a:xfrm>
            <a:off x="2023752" y="99244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084964" y="771089"/>
            <a:ext cx="306164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混联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电路</a:t>
            </a:r>
            <a:r>
              <a:rPr lang="en-US" altLang="zh-CN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扩展）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3745" y="1537335"/>
            <a:ext cx="906272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一个电路中既有串联电路，又有并联电路，这样的电路叫做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混联电路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 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并联）。混联电路的优点：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可以单独使某个用电器工作或不工作。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混联电路的缺点：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如果干路上有一个用电器损坏或断路会导致整个电路无效。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 descr="截图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2495" y="4297680"/>
            <a:ext cx="6813550" cy="1937385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1272340" y="113023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829435" y="906780"/>
            <a:ext cx="4067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串联电路和并联电路区别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1739272" y="112833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" t="1671" r="766" b="1507"/>
          <a:stretch>
            <a:fillRect/>
          </a:stretch>
        </p:blipFill>
        <p:spPr bwMode="auto">
          <a:xfrm>
            <a:off x="1828800" y="1980565"/>
            <a:ext cx="8797925" cy="37534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1272340" y="113023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829435" y="906780"/>
            <a:ext cx="3552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并联电路和并联电路区别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1739272" y="112833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623695" y="1609090"/>
            <a:ext cx="931037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串联电路只有一个回路，并联电路有多个回路；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串联电路的开关控制整个回路，并联电路的开关可以只控制其中某个回路。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6" name="Picture 2" descr="https://ss3.bdstatic.com/70cFv8Sh_Q1YnxGkpoWK1HF6hhy/it/u=1742272438,1802173109&amp;fm=27&amp;gp=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465" y="2904490"/>
            <a:ext cx="8605520" cy="25031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92100">
              <a:schemeClr val="bg1">
                <a:alpha val="25000"/>
              </a:schemeClr>
            </a:glow>
          </a:effectLst>
        </p:spPr>
      </p:pic>
      <p:sp>
        <p:nvSpPr>
          <p:cNvPr id="2" name="矩形 1"/>
          <p:cNvSpPr/>
          <p:nvPr/>
        </p:nvSpPr>
        <p:spPr>
          <a:xfrm>
            <a:off x="1622425" y="5626735"/>
            <a:ext cx="9310370" cy="58356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lnSpc>
                <a:spcPct val="160000"/>
              </a:lnSpc>
              <a:buFont typeface="+mj-lt"/>
              <a:buNone/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思考：在一个并联电路里，干路的开关打开，支路的开关闭合，请问灯亮不亮？</a:t>
            </a:r>
            <a:endParaRPr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: 圆角 3"/>
          <p:cNvSpPr/>
          <p:nvPr/>
        </p:nvSpPr>
        <p:spPr>
          <a:xfrm>
            <a:off x="441434" y="178677"/>
            <a:ext cx="11393214" cy="6568964"/>
          </a:xfrm>
          <a:prstGeom prst="roundRect">
            <a:avLst/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054100" y="1130300"/>
            <a:ext cx="100838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77900" y="37862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实践环节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76641" y="1265883"/>
            <a:ext cx="175879" cy="124767"/>
            <a:chOff x="1056683" y="1208733"/>
            <a:chExt cx="327617" cy="232409"/>
          </a:xfrm>
        </p:grpSpPr>
        <p:sp>
          <p:nvSpPr>
            <p:cNvPr id="12" name="Freeform 5"/>
            <p:cNvSpPr/>
            <p:nvPr/>
          </p:nvSpPr>
          <p:spPr bwMode="auto">
            <a:xfrm flipV="1">
              <a:off x="1082675" y="1262755"/>
              <a:ext cx="301625" cy="178387"/>
            </a:xfrm>
            <a:custGeom>
              <a:avLst/>
              <a:gdLst>
                <a:gd name="T0" fmla="*/ 188 w 265"/>
                <a:gd name="T1" fmla="*/ 156 h 156"/>
                <a:gd name="T2" fmla="*/ 10 w 265"/>
                <a:gd name="T3" fmla="*/ 156 h 156"/>
                <a:gd name="T4" fmla="*/ 0 w 265"/>
                <a:gd name="T5" fmla="*/ 146 h 156"/>
                <a:gd name="T6" fmla="*/ 10 w 265"/>
                <a:gd name="T7" fmla="*/ 136 h 156"/>
                <a:gd name="T8" fmla="*/ 188 w 265"/>
                <a:gd name="T9" fmla="*/ 136 h 156"/>
                <a:gd name="T10" fmla="*/ 245 w 265"/>
                <a:gd name="T11" fmla="*/ 78 h 156"/>
                <a:gd name="T12" fmla="*/ 188 w 265"/>
                <a:gd name="T13" fmla="*/ 20 h 156"/>
                <a:gd name="T14" fmla="*/ 90 w 265"/>
                <a:gd name="T15" fmla="*/ 20 h 156"/>
                <a:gd name="T16" fmla="*/ 80 w 265"/>
                <a:gd name="T17" fmla="*/ 10 h 156"/>
                <a:gd name="T18" fmla="*/ 90 w 265"/>
                <a:gd name="T19" fmla="*/ 0 h 156"/>
                <a:gd name="T20" fmla="*/ 188 w 265"/>
                <a:gd name="T21" fmla="*/ 0 h 156"/>
                <a:gd name="T22" fmla="*/ 265 w 265"/>
                <a:gd name="T23" fmla="*/ 78 h 156"/>
                <a:gd name="T24" fmla="*/ 188 w 265"/>
                <a:gd name="T2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5" h="156">
                  <a:moveTo>
                    <a:pt x="188" y="156"/>
                  </a:moveTo>
                  <a:cubicBezTo>
                    <a:pt x="10" y="156"/>
                    <a:pt x="10" y="156"/>
                    <a:pt x="10" y="156"/>
                  </a:cubicBezTo>
                  <a:cubicBezTo>
                    <a:pt x="4" y="156"/>
                    <a:pt x="0" y="151"/>
                    <a:pt x="0" y="146"/>
                  </a:cubicBezTo>
                  <a:cubicBezTo>
                    <a:pt x="0" y="140"/>
                    <a:pt x="4" y="136"/>
                    <a:pt x="10" y="136"/>
                  </a:cubicBezTo>
                  <a:cubicBezTo>
                    <a:pt x="188" y="136"/>
                    <a:pt x="188" y="136"/>
                    <a:pt x="188" y="136"/>
                  </a:cubicBezTo>
                  <a:cubicBezTo>
                    <a:pt x="219" y="136"/>
                    <a:pt x="245" y="110"/>
                    <a:pt x="245" y="78"/>
                  </a:cubicBezTo>
                  <a:cubicBezTo>
                    <a:pt x="245" y="46"/>
                    <a:pt x="219" y="20"/>
                    <a:pt x="188" y="20"/>
                  </a:cubicBezTo>
                  <a:cubicBezTo>
                    <a:pt x="90" y="20"/>
                    <a:pt x="90" y="20"/>
                    <a:pt x="90" y="20"/>
                  </a:cubicBezTo>
                  <a:cubicBezTo>
                    <a:pt x="84" y="20"/>
                    <a:pt x="80" y="16"/>
                    <a:pt x="80" y="10"/>
                  </a:cubicBezTo>
                  <a:cubicBezTo>
                    <a:pt x="80" y="5"/>
                    <a:pt x="84" y="0"/>
                    <a:pt x="90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230" y="0"/>
                    <a:pt x="265" y="35"/>
                    <a:pt x="265" y="78"/>
                  </a:cubicBezTo>
                  <a:cubicBezTo>
                    <a:pt x="265" y="121"/>
                    <a:pt x="230" y="156"/>
                    <a:pt x="188" y="1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1056683" y="1208733"/>
              <a:ext cx="69216" cy="131680"/>
            </a:xfrm>
            <a:custGeom>
              <a:avLst/>
              <a:gdLst>
                <a:gd name="T0" fmla="*/ 50 w 61"/>
                <a:gd name="T1" fmla="*/ 115 h 115"/>
                <a:gd name="T2" fmla="*/ 42 w 61"/>
                <a:gd name="T3" fmla="*/ 112 h 115"/>
                <a:gd name="T4" fmla="*/ 3 w 61"/>
                <a:gd name="T5" fmla="*/ 65 h 115"/>
                <a:gd name="T6" fmla="*/ 3 w 61"/>
                <a:gd name="T7" fmla="*/ 53 h 115"/>
                <a:gd name="T8" fmla="*/ 42 w 61"/>
                <a:gd name="T9" fmla="*/ 5 h 115"/>
                <a:gd name="T10" fmla="*/ 56 w 61"/>
                <a:gd name="T11" fmla="*/ 3 h 115"/>
                <a:gd name="T12" fmla="*/ 58 w 61"/>
                <a:gd name="T13" fmla="*/ 17 h 115"/>
                <a:gd name="T14" fmla="*/ 24 w 61"/>
                <a:gd name="T15" fmla="*/ 59 h 115"/>
                <a:gd name="T16" fmla="*/ 58 w 61"/>
                <a:gd name="T17" fmla="*/ 99 h 115"/>
                <a:gd name="T18" fmla="*/ 57 w 61"/>
                <a:gd name="T19" fmla="*/ 113 h 115"/>
                <a:gd name="T20" fmla="*/ 50 w 61"/>
                <a:gd name="T21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115">
                  <a:moveTo>
                    <a:pt x="50" y="115"/>
                  </a:moveTo>
                  <a:cubicBezTo>
                    <a:pt x="47" y="115"/>
                    <a:pt x="44" y="114"/>
                    <a:pt x="42" y="112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0" y="62"/>
                    <a:pt x="0" y="57"/>
                    <a:pt x="3" y="53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6" y="0"/>
                    <a:pt x="52" y="0"/>
                    <a:pt x="56" y="3"/>
                  </a:cubicBezTo>
                  <a:cubicBezTo>
                    <a:pt x="61" y="7"/>
                    <a:pt x="61" y="13"/>
                    <a:pt x="58" y="17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61" y="103"/>
                    <a:pt x="61" y="110"/>
                    <a:pt x="57" y="113"/>
                  </a:cubicBezTo>
                  <a:cubicBezTo>
                    <a:pt x="54" y="115"/>
                    <a:pt x="52" y="115"/>
                    <a:pt x="50" y="1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8280400" y="1130300"/>
            <a:ext cx="0" cy="52451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287510" y="1689100"/>
            <a:ext cx="683162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287510" y="5969000"/>
            <a:ext cx="683162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1221656" y="1283629"/>
            <a:ext cx="273521" cy="27352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>
            <a:off x="1738113" y="2023730"/>
            <a:ext cx="4507357" cy="926166"/>
            <a:chOff x="1794288" y="3429000"/>
            <a:chExt cx="4507357" cy="926166"/>
          </a:xfrm>
        </p:grpSpPr>
        <p:sp>
          <p:nvSpPr>
            <p:cNvPr id="56" name="矩形: 圆角 55"/>
            <p:cNvSpPr/>
            <p:nvPr/>
          </p:nvSpPr>
          <p:spPr>
            <a:xfrm>
              <a:off x="1819171" y="3429000"/>
              <a:ext cx="4482474" cy="8921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等腰三角形 56"/>
            <p:cNvSpPr/>
            <p:nvPr/>
          </p:nvSpPr>
          <p:spPr>
            <a:xfrm rot="13774533">
              <a:off x="1792866" y="4201136"/>
              <a:ext cx="155452" cy="152608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59" name="组合 58"/>
          <p:cNvGrpSpPr/>
          <p:nvPr/>
        </p:nvGrpSpPr>
        <p:grpSpPr>
          <a:xfrm flipH="1">
            <a:off x="4918841" y="3385485"/>
            <a:ext cx="2456061" cy="926166"/>
            <a:chOff x="1794288" y="3429000"/>
            <a:chExt cx="2456061" cy="926166"/>
          </a:xfrm>
        </p:grpSpPr>
        <p:sp>
          <p:nvSpPr>
            <p:cNvPr id="60" name="矩形: 圆角 59"/>
            <p:cNvSpPr/>
            <p:nvPr/>
          </p:nvSpPr>
          <p:spPr>
            <a:xfrm>
              <a:off x="1819172" y="3429000"/>
              <a:ext cx="2431177" cy="8921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1" name="等腰三角形 60"/>
            <p:cNvSpPr/>
            <p:nvPr/>
          </p:nvSpPr>
          <p:spPr>
            <a:xfrm rot="13774533">
              <a:off x="1792866" y="4201136"/>
              <a:ext cx="155452" cy="152608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2540000" y="2134870"/>
            <a:ext cx="29286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学会区分串并联电路图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959985" y="3522345"/>
            <a:ext cx="22675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学会画串并联电路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737470" y="4733609"/>
            <a:ext cx="4507357" cy="926166"/>
            <a:chOff x="1794288" y="3429000"/>
            <a:chExt cx="4507357" cy="926166"/>
          </a:xfrm>
        </p:grpSpPr>
        <p:sp>
          <p:nvSpPr>
            <p:cNvPr id="64" name="矩形: 圆角 63"/>
            <p:cNvSpPr/>
            <p:nvPr/>
          </p:nvSpPr>
          <p:spPr>
            <a:xfrm>
              <a:off x="1819171" y="3429000"/>
              <a:ext cx="4482474" cy="8921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5" name="等腰三角形 64"/>
            <p:cNvSpPr/>
            <p:nvPr/>
          </p:nvSpPr>
          <p:spPr>
            <a:xfrm rot="13774533">
              <a:off x="1792866" y="4201136"/>
              <a:ext cx="155452" cy="152608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2645173" y="4895681"/>
            <a:ext cx="2716164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学会搭建串并联电路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9467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/>
              <a:t>IDEA</a:t>
            </a:r>
            <a:endParaRPr lang="zh-CN" altLang="en-US" b="1"/>
          </a:p>
        </p:txBody>
      </p:sp>
      <p:cxnSp>
        <p:nvCxnSpPr>
          <p:cNvPr id="76" name="直接连接符 75"/>
          <p:cNvCxnSpPr/>
          <p:nvPr/>
        </p:nvCxnSpPr>
        <p:spPr>
          <a:xfrm>
            <a:off x="8432535" y="2713986"/>
            <a:ext cx="26924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8432535" y="2713986"/>
            <a:ext cx="13843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8428698" y="2175107"/>
            <a:ext cx="265310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温馨提示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428698" y="2806204"/>
            <a:ext cx="319949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面包板</a:t>
            </a: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横向不通，竖向导通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LED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灯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长正短负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</a:t>
            </a: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只有一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条回路</a:t>
            </a: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</a:t>
            </a: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有两条回路以上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46631" y="2410196"/>
            <a:ext cx="923716" cy="923716"/>
          </a:xfrm>
          <a:prstGeom prst="ellipse">
            <a:avLst/>
          </a:prstGeom>
          <a:solidFill>
            <a:srgbClr val="FC3977"/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要求一</a:t>
            </a:r>
            <a:endParaRPr kumimoji="1"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745021" y="4953427"/>
            <a:ext cx="923716" cy="923716"/>
          </a:xfrm>
          <a:prstGeom prst="ellipse">
            <a:avLst/>
          </a:prstGeom>
          <a:solidFill>
            <a:srgbClr val="FC3977"/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要求三</a:t>
            </a:r>
            <a:endParaRPr kumimoji="1"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7300174" y="4125276"/>
            <a:ext cx="923716" cy="923716"/>
          </a:xfrm>
          <a:prstGeom prst="ellipse">
            <a:avLst/>
          </a:prstGeom>
          <a:solidFill>
            <a:srgbClr val="FC3977"/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要求二</a:t>
            </a:r>
            <a:endParaRPr kumimoji="1"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35218" y="1055432"/>
            <a:ext cx="3151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kumimoji="1" lang="en-US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kumimoji="1" lang="zh-CN" altLang="en-US" sz="32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kumimoji="1" lang="en-US" altLang="zh-CN" sz="32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kumimoji="1" lang="zh-CN" altLang="en-US" sz="32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endParaRPr kumimoji="1" lang="zh-CN" altLang="en-US" sz="32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62" grpId="0"/>
      <p:bldP spid="67" grpId="0"/>
      <p:bldP spid="83" grpId="0"/>
      <p:bldP spid="86" grpId="0"/>
      <p:bldP spid="2" grpId="0" bldLvl="0" animBg="1"/>
      <p:bldP spid="38" grpId="0" bldLvl="0" animBg="1"/>
      <p:bldP spid="39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" name="组合 59"/>
          <p:cNvGrpSpPr/>
          <p:nvPr/>
        </p:nvGrpSpPr>
        <p:grpSpPr>
          <a:xfrm>
            <a:off x="977700" y="1130239"/>
            <a:ext cx="349896" cy="349902"/>
            <a:chOff x="8136820" y="4141527"/>
            <a:chExt cx="349896" cy="349902"/>
          </a:xfrm>
        </p:grpSpPr>
        <p:sp>
          <p:nvSpPr>
            <p:cNvPr id="59" name="椭圆 58"/>
            <p:cNvSpPr/>
            <p:nvPr/>
          </p:nvSpPr>
          <p:spPr>
            <a:xfrm flipH="1">
              <a:off x="8136820" y="4141527"/>
              <a:ext cx="349896" cy="349902"/>
            </a:xfrm>
            <a:prstGeom prst="ellipse">
              <a:avLst/>
            </a:prstGeom>
            <a:solidFill>
              <a:srgbClr val="FC3977">
                <a:alpha val="3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 flipH="1">
              <a:off x="8201897" y="4206605"/>
              <a:ext cx="219742" cy="219746"/>
            </a:xfrm>
            <a:prstGeom prst="ellipse">
              <a:avLst/>
            </a:prstGeom>
            <a:solidFill>
              <a:srgbClr val="FC3977">
                <a:alpha val="60000"/>
              </a:srgb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 flipH="1">
              <a:off x="8261097" y="4265807"/>
              <a:ext cx="101343" cy="101343"/>
            </a:xfrm>
            <a:prstGeom prst="ellipse">
              <a:avLst/>
            </a:prstGeom>
            <a:solidFill>
              <a:srgbClr val="FC3977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534795" y="906780"/>
            <a:ext cx="2757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串联、</a:t>
            </a:r>
            <a:r>
              <a:rPr lang="zh-CN" altLang="en-US" sz="24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</a:t>
            </a:r>
            <a:endParaRPr lang="zh-CN" altLang="en-US" sz="24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31"/>
          <p:cNvGrpSpPr/>
          <p:nvPr/>
        </p:nvGrpSpPr>
        <p:grpSpPr>
          <a:xfrm>
            <a:off x="1444632" y="1128334"/>
            <a:ext cx="90135" cy="337952"/>
            <a:chOff x="2877107" y="1673644"/>
            <a:chExt cx="90135" cy="171923"/>
          </a:xfrm>
        </p:grpSpPr>
        <p:sp>
          <p:nvSpPr>
            <p:cNvPr id="51" name="矩形 50"/>
            <p:cNvSpPr/>
            <p:nvPr/>
          </p:nvSpPr>
          <p:spPr>
            <a:xfrm>
              <a:off x="2877107" y="1673644"/>
              <a:ext cx="45719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949242" y="1674536"/>
              <a:ext cx="18000" cy="171031"/>
            </a:xfrm>
            <a:prstGeom prst="rect">
              <a:avLst/>
            </a:prstGeom>
            <a:solidFill>
              <a:schemeClr val="bg1"/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并联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4580" y="2087880"/>
            <a:ext cx="4507230" cy="3380740"/>
          </a:xfrm>
          <a:prstGeom prst="rect">
            <a:avLst/>
          </a:prstGeom>
        </p:spPr>
      </p:pic>
      <p:pic>
        <p:nvPicPr>
          <p:cNvPr id="6" name="图片 5" descr="串联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56690" y="2087880"/>
            <a:ext cx="4507230" cy="33807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: 圆角 3"/>
          <p:cNvSpPr/>
          <p:nvPr/>
        </p:nvSpPr>
        <p:spPr>
          <a:xfrm>
            <a:off x="195943" y="158620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3023" y="384879"/>
            <a:ext cx="3073400" cy="673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/>
          <p:cNvSpPr/>
          <p:nvPr/>
        </p:nvSpPr>
        <p:spPr>
          <a:xfrm>
            <a:off x="802640" y="1223010"/>
            <a:ext cx="10785475" cy="457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65" name="等腰三角形 64"/>
          <p:cNvSpPr/>
          <p:nvPr/>
        </p:nvSpPr>
        <p:spPr>
          <a:xfrm rot="13774533">
            <a:off x="842010" y="4950460"/>
            <a:ext cx="796925" cy="706755"/>
          </a:xfrm>
          <a:prstGeom prst="triangle">
            <a:avLst>
              <a:gd name="adj" fmla="val 48350"/>
            </a:avLst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85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2465070" y="1560830"/>
            <a:ext cx="8296275" cy="2707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、欧姆定律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三个公式是什么？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、串联电路的特点是什么？</a:t>
            </a:r>
            <a:endPara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、并联电路的特点是什么？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、串联电路测量电流的时候，电流表应该怎么连？</a:t>
            </a:r>
            <a:endPara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测量电压的时候，电压表应该怎么连？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: 圆角 3"/>
          <p:cNvSpPr/>
          <p:nvPr/>
        </p:nvSpPr>
        <p:spPr>
          <a:xfrm>
            <a:off x="130629" y="80482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806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</a:t>
            </a:r>
            <a:endParaRPr lang="zh-CN" altLang="en-US" sz="28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43080" y="1222741"/>
            <a:ext cx="10845540" cy="4746260"/>
            <a:chOff x="1794288" y="3429000"/>
            <a:chExt cx="4507357" cy="926166"/>
          </a:xfrm>
        </p:grpSpPr>
        <p:sp>
          <p:nvSpPr>
            <p:cNvPr id="64" name="矩形: 圆角 63"/>
            <p:cNvSpPr/>
            <p:nvPr/>
          </p:nvSpPr>
          <p:spPr>
            <a:xfrm>
              <a:off x="1819171" y="3429000"/>
              <a:ext cx="4482474" cy="8921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5" name="等腰三角形 64"/>
            <p:cNvSpPr/>
            <p:nvPr/>
          </p:nvSpPr>
          <p:spPr>
            <a:xfrm rot="13774533">
              <a:off x="1792866" y="4201136"/>
              <a:ext cx="155452" cy="152608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31282" y="1591190"/>
            <a:ext cx="4942947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、在同一电路中，通过某段导体的电流跟这段导体两端的电压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成（正）比，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跟这段导体的电阻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）比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单选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、下列关于串联电路说法错误的是（ 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、串联电路电流处处相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、开关在任何位置都可以控制整个电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、串联电路只有一条回路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、串联电路中各元件电压和电阻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成反比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177" y="5959207"/>
            <a:ext cx="7146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6348557" y="1591190"/>
            <a:ext cx="5240063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、以下哪位人物发现了电（）？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、爱迪生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、阿基米德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、富兰克林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、牛顿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、下列关于并联电路说法正确的是（）；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、并联电路各支路电流与电阻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成正比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、电路有多个回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、支路一处断开不影响其他支路正常工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、各支路电压相等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、请写出欧姆定律的公式和所有变形公式。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U=I*R   I=U/R     R=U/I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179962" y="1709662"/>
            <a:ext cx="4117076" cy="2702076"/>
            <a:chOff x="12452350" y="7532688"/>
            <a:chExt cx="5006975" cy="3286125"/>
          </a:xfrm>
        </p:grpSpPr>
        <p:grpSp>
          <p:nvGrpSpPr>
            <p:cNvPr id="3" name="Group 672"/>
            <p:cNvGrpSpPr/>
            <p:nvPr/>
          </p:nvGrpSpPr>
          <p:grpSpPr bwMode="auto">
            <a:xfrm>
              <a:off x="12936538" y="7532688"/>
              <a:ext cx="4175125" cy="2341563"/>
              <a:chOff x="8149" y="4745"/>
              <a:chExt cx="2630" cy="1475"/>
            </a:xfrm>
          </p:grpSpPr>
          <p:sp>
            <p:nvSpPr>
              <p:cNvPr id="15" name="Freeform 669"/>
              <p:cNvSpPr/>
              <p:nvPr/>
            </p:nvSpPr>
            <p:spPr bwMode="auto">
              <a:xfrm flipV="1">
                <a:off x="8149" y="4745"/>
                <a:ext cx="278" cy="273"/>
              </a:xfrm>
              <a:custGeom>
                <a:avLst/>
                <a:gdLst>
                  <a:gd name="T0" fmla="*/ 454 w 1362"/>
                  <a:gd name="T1" fmla="*/ 1289 h 1339"/>
                  <a:gd name="T2" fmla="*/ 958 w 1362"/>
                  <a:gd name="T3" fmla="*/ 1260 h 1339"/>
                  <a:gd name="T4" fmla="*/ 1325 w 1362"/>
                  <a:gd name="T5" fmla="*/ 746 h 1339"/>
                  <a:gd name="T6" fmla="*/ 969 w 1362"/>
                  <a:gd name="T7" fmla="*/ 80 h 1339"/>
                  <a:gd name="T8" fmla="*/ 515 w 1362"/>
                  <a:gd name="T9" fmla="*/ 29 h 1339"/>
                  <a:gd name="T10" fmla="*/ 16 w 1362"/>
                  <a:gd name="T11" fmla="*/ 642 h 1339"/>
                  <a:gd name="T12" fmla="*/ 454 w 1362"/>
                  <a:gd name="T13" fmla="*/ 1289 h 1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62" h="1339">
                    <a:moveTo>
                      <a:pt x="454" y="1289"/>
                    </a:moveTo>
                    <a:cubicBezTo>
                      <a:pt x="617" y="1339"/>
                      <a:pt x="803" y="1338"/>
                      <a:pt x="958" y="1260"/>
                    </a:cubicBezTo>
                    <a:cubicBezTo>
                      <a:pt x="1158" y="1166"/>
                      <a:pt x="1301" y="965"/>
                      <a:pt x="1325" y="746"/>
                    </a:cubicBezTo>
                    <a:cubicBezTo>
                      <a:pt x="1362" y="478"/>
                      <a:pt x="1212" y="198"/>
                      <a:pt x="969" y="80"/>
                    </a:cubicBezTo>
                    <a:cubicBezTo>
                      <a:pt x="831" y="6"/>
                      <a:pt x="666" y="0"/>
                      <a:pt x="515" y="29"/>
                    </a:cubicBezTo>
                    <a:cubicBezTo>
                      <a:pt x="236" y="92"/>
                      <a:pt x="20" y="356"/>
                      <a:pt x="16" y="642"/>
                    </a:cubicBezTo>
                    <a:cubicBezTo>
                      <a:pt x="0" y="923"/>
                      <a:pt x="186" y="1200"/>
                      <a:pt x="454" y="1289"/>
                    </a:cubicBezTo>
                  </a:path>
                </a:pathLst>
              </a:custGeom>
              <a:solidFill>
                <a:srgbClr val="862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6" name="Freeform 670"/>
              <p:cNvSpPr/>
              <p:nvPr/>
            </p:nvSpPr>
            <p:spPr bwMode="auto">
              <a:xfrm flipV="1">
                <a:off x="8892" y="4824"/>
                <a:ext cx="1815" cy="1396"/>
              </a:xfrm>
              <a:custGeom>
                <a:avLst/>
                <a:gdLst>
                  <a:gd name="T0" fmla="*/ 0 w 8902"/>
                  <a:gd name="T1" fmla="*/ 6196 h 6848"/>
                  <a:gd name="T2" fmla="*/ 1228 w 8902"/>
                  <a:gd name="T3" fmla="*/ 6848 h 6848"/>
                  <a:gd name="T4" fmla="*/ 2667 w 8902"/>
                  <a:gd name="T5" fmla="*/ 5665 h 6848"/>
                  <a:gd name="T6" fmla="*/ 5049 w 8902"/>
                  <a:gd name="T7" fmla="*/ 4338 h 6848"/>
                  <a:gd name="T8" fmla="*/ 7456 w 8902"/>
                  <a:gd name="T9" fmla="*/ 4107 h 6848"/>
                  <a:gd name="T10" fmla="*/ 7813 w 8902"/>
                  <a:gd name="T11" fmla="*/ 2654 h 6848"/>
                  <a:gd name="T12" fmla="*/ 8052 w 8902"/>
                  <a:gd name="T13" fmla="*/ 2387 h 6848"/>
                  <a:gd name="T14" fmla="*/ 8306 w 8902"/>
                  <a:gd name="T15" fmla="*/ 2275 h 6848"/>
                  <a:gd name="T16" fmla="*/ 8189 w 8902"/>
                  <a:gd name="T17" fmla="*/ 1911 h 6848"/>
                  <a:gd name="T18" fmla="*/ 7653 w 8902"/>
                  <a:gd name="T19" fmla="*/ 1897 h 6848"/>
                  <a:gd name="T20" fmla="*/ 7630 w 8902"/>
                  <a:gd name="T21" fmla="*/ 1445 h 6848"/>
                  <a:gd name="T22" fmla="*/ 8307 w 8902"/>
                  <a:gd name="T23" fmla="*/ 1434 h 6848"/>
                  <a:gd name="T24" fmla="*/ 8445 w 8902"/>
                  <a:gd name="T25" fmla="*/ 1026 h 6848"/>
                  <a:gd name="T26" fmla="*/ 7979 w 8902"/>
                  <a:gd name="T27" fmla="*/ 931 h 6848"/>
                  <a:gd name="T28" fmla="*/ 8031 w 8902"/>
                  <a:gd name="T29" fmla="*/ 490 h 6848"/>
                  <a:gd name="T30" fmla="*/ 8688 w 8902"/>
                  <a:gd name="T31" fmla="*/ 475 h 6848"/>
                  <a:gd name="T32" fmla="*/ 8769 w 8902"/>
                  <a:gd name="T33" fmla="*/ 70 h 6848"/>
                  <a:gd name="T34" fmla="*/ 8510 w 8902"/>
                  <a:gd name="T35" fmla="*/ 10 h 6848"/>
                  <a:gd name="T36" fmla="*/ 7958 w 8902"/>
                  <a:gd name="T37" fmla="*/ 12 h 6848"/>
                  <a:gd name="T38" fmla="*/ 7067 w 8902"/>
                  <a:gd name="T39" fmla="*/ 38 h 6848"/>
                  <a:gd name="T40" fmla="*/ 4157 w 8902"/>
                  <a:gd name="T41" fmla="*/ 1511 h 6848"/>
                  <a:gd name="T42" fmla="*/ 2578 w 8902"/>
                  <a:gd name="T43" fmla="*/ 3535 h 6848"/>
                  <a:gd name="T44" fmla="*/ 1611 w 8902"/>
                  <a:gd name="T45" fmla="*/ 4650 h 6848"/>
                  <a:gd name="T46" fmla="*/ 0 w 8902"/>
                  <a:gd name="T47" fmla="*/ 6196 h 6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902" h="6848">
                    <a:moveTo>
                      <a:pt x="0" y="6196"/>
                    </a:moveTo>
                    <a:cubicBezTo>
                      <a:pt x="374" y="6472"/>
                      <a:pt x="790" y="6690"/>
                      <a:pt x="1228" y="6848"/>
                    </a:cubicBezTo>
                    <a:cubicBezTo>
                      <a:pt x="1721" y="6470"/>
                      <a:pt x="2187" y="6059"/>
                      <a:pt x="2667" y="5665"/>
                    </a:cubicBezTo>
                    <a:cubicBezTo>
                      <a:pt x="3371" y="5087"/>
                      <a:pt x="4143" y="4534"/>
                      <a:pt x="5049" y="4338"/>
                    </a:cubicBezTo>
                    <a:cubicBezTo>
                      <a:pt x="5842" y="4186"/>
                      <a:pt x="6649" y="4114"/>
                      <a:pt x="7456" y="4107"/>
                    </a:cubicBezTo>
                    <a:cubicBezTo>
                      <a:pt x="7652" y="3646"/>
                      <a:pt x="7767" y="3152"/>
                      <a:pt x="7813" y="2654"/>
                    </a:cubicBezTo>
                    <a:cubicBezTo>
                      <a:pt x="7818" y="2524"/>
                      <a:pt x="7919" y="2399"/>
                      <a:pt x="8052" y="2387"/>
                    </a:cubicBezTo>
                    <a:cubicBezTo>
                      <a:pt x="8144" y="2375"/>
                      <a:pt x="8252" y="2363"/>
                      <a:pt x="8306" y="2275"/>
                    </a:cubicBezTo>
                    <a:cubicBezTo>
                      <a:pt x="8398" y="2153"/>
                      <a:pt x="8336" y="1956"/>
                      <a:pt x="8189" y="1911"/>
                    </a:cubicBezTo>
                    <a:cubicBezTo>
                      <a:pt x="8011" y="1894"/>
                      <a:pt x="7830" y="1924"/>
                      <a:pt x="7653" y="1897"/>
                    </a:cubicBezTo>
                    <a:cubicBezTo>
                      <a:pt x="7453" y="1839"/>
                      <a:pt x="7436" y="1523"/>
                      <a:pt x="7630" y="1445"/>
                    </a:cubicBezTo>
                    <a:cubicBezTo>
                      <a:pt x="7855" y="1426"/>
                      <a:pt x="8082" y="1453"/>
                      <a:pt x="8307" y="1434"/>
                    </a:cubicBezTo>
                    <a:cubicBezTo>
                      <a:pt x="8496" y="1417"/>
                      <a:pt x="8580" y="1155"/>
                      <a:pt x="8445" y="1026"/>
                    </a:cubicBezTo>
                    <a:cubicBezTo>
                      <a:pt x="8324" y="892"/>
                      <a:pt x="8124" y="999"/>
                      <a:pt x="7979" y="931"/>
                    </a:cubicBezTo>
                    <a:cubicBezTo>
                      <a:pt x="7803" y="837"/>
                      <a:pt x="7834" y="537"/>
                      <a:pt x="8031" y="490"/>
                    </a:cubicBezTo>
                    <a:cubicBezTo>
                      <a:pt x="8248" y="460"/>
                      <a:pt x="8470" y="491"/>
                      <a:pt x="8688" y="475"/>
                    </a:cubicBezTo>
                    <a:cubicBezTo>
                      <a:pt x="8857" y="427"/>
                      <a:pt x="8902" y="181"/>
                      <a:pt x="8769" y="70"/>
                    </a:cubicBezTo>
                    <a:cubicBezTo>
                      <a:pt x="8701" y="0"/>
                      <a:pt x="8599" y="10"/>
                      <a:pt x="8510" y="10"/>
                    </a:cubicBezTo>
                    <a:cubicBezTo>
                      <a:pt x="8326" y="13"/>
                      <a:pt x="8142" y="7"/>
                      <a:pt x="7958" y="12"/>
                    </a:cubicBezTo>
                    <a:cubicBezTo>
                      <a:pt x="7661" y="32"/>
                      <a:pt x="7363" y="3"/>
                      <a:pt x="7067" y="38"/>
                    </a:cubicBezTo>
                    <a:cubicBezTo>
                      <a:pt x="5958" y="144"/>
                      <a:pt x="4909" y="694"/>
                      <a:pt x="4157" y="1511"/>
                    </a:cubicBezTo>
                    <a:cubicBezTo>
                      <a:pt x="3570" y="2136"/>
                      <a:pt x="3103" y="2859"/>
                      <a:pt x="2578" y="3535"/>
                    </a:cubicBezTo>
                    <a:cubicBezTo>
                      <a:pt x="2277" y="3925"/>
                      <a:pt x="1942" y="4286"/>
                      <a:pt x="1611" y="4650"/>
                    </a:cubicBezTo>
                    <a:cubicBezTo>
                      <a:pt x="1104" y="5196"/>
                      <a:pt x="574" y="5721"/>
                      <a:pt x="0" y="6196"/>
                    </a:cubicBezTo>
                  </a:path>
                </a:pathLst>
              </a:custGeom>
              <a:solidFill>
                <a:srgbClr val="34E0F8"/>
              </a:solidFill>
              <a:ln w="12700">
                <a:solidFill>
                  <a:srgbClr val="34E0F8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7" name="Freeform 671"/>
              <p:cNvSpPr/>
              <p:nvPr/>
            </p:nvSpPr>
            <p:spPr bwMode="auto">
              <a:xfrm flipV="1">
                <a:off x="10662" y="5915"/>
                <a:ext cx="117" cy="125"/>
              </a:xfrm>
              <a:custGeom>
                <a:avLst/>
                <a:gdLst>
                  <a:gd name="T0" fmla="*/ 186 w 573"/>
                  <a:gd name="T1" fmla="*/ 530 h 613"/>
                  <a:gd name="T2" fmla="*/ 550 w 573"/>
                  <a:gd name="T3" fmla="*/ 291 h 613"/>
                  <a:gd name="T4" fmla="*/ 144 w 573"/>
                  <a:gd name="T5" fmla="*/ 115 h 613"/>
                  <a:gd name="T6" fmla="*/ 186 w 573"/>
                  <a:gd name="T7" fmla="*/ 530 h 6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73" h="613">
                    <a:moveTo>
                      <a:pt x="186" y="530"/>
                    </a:moveTo>
                    <a:cubicBezTo>
                      <a:pt x="348" y="613"/>
                      <a:pt x="573" y="479"/>
                      <a:pt x="550" y="291"/>
                    </a:cubicBezTo>
                    <a:cubicBezTo>
                      <a:pt x="545" y="96"/>
                      <a:pt x="290" y="0"/>
                      <a:pt x="144" y="115"/>
                    </a:cubicBezTo>
                    <a:cubicBezTo>
                      <a:pt x="0" y="214"/>
                      <a:pt x="25" y="460"/>
                      <a:pt x="186" y="530"/>
                    </a:cubicBezTo>
                  </a:path>
                </a:pathLst>
              </a:custGeom>
              <a:solidFill>
                <a:srgbClr val="862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4" name="Group 675"/>
            <p:cNvGrpSpPr/>
            <p:nvPr/>
          </p:nvGrpSpPr>
          <p:grpSpPr bwMode="auto">
            <a:xfrm>
              <a:off x="14512925" y="7532688"/>
              <a:ext cx="2463800" cy="1016000"/>
              <a:chOff x="9142" y="4745"/>
              <a:chExt cx="1552" cy="640"/>
            </a:xfrm>
          </p:grpSpPr>
          <p:sp>
            <p:nvSpPr>
              <p:cNvPr id="13" name="Freeform 673"/>
              <p:cNvSpPr/>
              <p:nvPr/>
            </p:nvSpPr>
            <p:spPr bwMode="auto">
              <a:xfrm flipV="1">
                <a:off x="9142" y="4745"/>
                <a:ext cx="1512" cy="640"/>
              </a:xfrm>
              <a:custGeom>
                <a:avLst/>
                <a:gdLst>
                  <a:gd name="T0" fmla="*/ 0 w 7415"/>
                  <a:gd name="T1" fmla="*/ 2751 h 3138"/>
                  <a:gd name="T2" fmla="*/ 3090 w 7415"/>
                  <a:gd name="T3" fmla="*/ 2837 h 3138"/>
                  <a:gd name="T4" fmla="*/ 5150 w 7415"/>
                  <a:gd name="T5" fmla="*/ 1613 h 3138"/>
                  <a:gd name="T6" fmla="*/ 5516 w 7415"/>
                  <a:gd name="T7" fmla="*/ 1435 h 3138"/>
                  <a:gd name="T8" fmla="*/ 6243 w 7415"/>
                  <a:gd name="T9" fmla="*/ 1431 h 3138"/>
                  <a:gd name="T10" fmla="*/ 6416 w 7415"/>
                  <a:gd name="T11" fmla="*/ 1045 h 3138"/>
                  <a:gd name="T12" fmla="*/ 6090 w 7415"/>
                  <a:gd name="T13" fmla="*/ 883 h 3138"/>
                  <a:gd name="T14" fmla="*/ 6224 w 7415"/>
                  <a:gd name="T15" fmla="*/ 478 h 3138"/>
                  <a:gd name="T16" fmla="*/ 7072 w 7415"/>
                  <a:gd name="T17" fmla="*/ 473 h 3138"/>
                  <a:gd name="T18" fmla="*/ 7355 w 7415"/>
                  <a:gd name="T19" fmla="*/ 321 h 3138"/>
                  <a:gd name="T20" fmla="*/ 7143 w 7415"/>
                  <a:gd name="T21" fmla="*/ 7 h 3138"/>
                  <a:gd name="T22" fmla="*/ 6228 w 7415"/>
                  <a:gd name="T23" fmla="*/ 10 h 3138"/>
                  <a:gd name="T24" fmla="*/ 3821 w 7415"/>
                  <a:gd name="T25" fmla="*/ 241 h 3138"/>
                  <a:gd name="T26" fmla="*/ 1439 w 7415"/>
                  <a:gd name="T27" fmla="*/ 1568 h 3138"/>
                  <a:gd name="T28" fmla="*/ 0 w 7415"/>
                  <a:gd name="T29" fmla="*/ 2751 h 3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415" h="3138">
                    <a:moveTo>
                      <a:pt x="0" y="2751"/>
                    </a:moveTo>
                    <a:cubicBezTo>
                      <a:pt x="986" y="3107"/>
                      <a:pt x="2086" y="3138"/>
                      <a:pt x="3090" y="2837"/>
                    </a:cubicBezTo>
                    <a:cubicBezTo>
                      <a:pt x="3864" y="2608"/>
                      <a:pt x="4577" y="2181"/>
                      <a:pt x="5150" y="1613"/>
                    </a:cubicBezTo>
                    <a:cubicBezTo>
                      <a:pt x="5245" y="1513"/>
                      <a:pt x="5375" y="1439"/>
                      <a:pt x="5516" y="1435"/>
                    </a:cubicBezTo>
                    <a:cubicBezTo>
                      <a:pt x="5758" y="1430"/>
                      <a:pt x="6000" y="1442"/>
                      <a:pt x="6243" y="1431"/>
                    </a:cubicBezTo>
                    <a:cubicBezTo>
                      <a:pt x="6425" y="1425"/>
                      <a:pt x="6531" y="1186"/>
                      <a:pt x="6416" y="1045"/>
                    </a:cubicBezTo>
                    <a:cubicBezTo>
                      <a:pt x="6343" y="930"/>
                      <a:pt x="6175" y="983"/>
                      <a:pt x="6090" y="883"/>
                    </a:cubicBezTo>
                    <a:cubicBezTo>
                      <a:pt x="5962" y="754"/>
                      <a:pt x="6040" y="502"/>
                      <a:pt x="6224" y="478"/>
                    </a:cubicBezTo>
                    <a:cubicBezTo>
                      <a:pt x="6506" y="465"/>
                      <a:pt x="6789" y="478"/>
                      <a:pt x="7072" y="473"/>
                    </a:cubicBezTo>
                    <a:cubicBezTo>
                      <a:pt x="7180" y="471"/>
                      <a:pt x="7312" y="432"/>
                      <a:pt x="7355" y="321"/>
                    </a:cubicBezTo>
                    <a:cubicBezTo>
                      <a:pt x="7415" y="181"/>
                      <a:pt x="7298" y="0"/>
                      <a:pt x="7143" y="7"/>
                    </a:cubicBezTo>
                    <a:cubicBezTo>
                      <a:pt x="6838" y="7"/>
                      <a:pt x="6533" y="1"/>
                      <a:pt x="6228" y="10"/>
                    </a:cubicBezTo>
                    <a:cubicBezTo>
                      <a:pt x="5421" y="17"/>
                      <a:pt x="4614" y="89"/>
                      <a:pt x="3821" y="241"/>
                    </a:cubicBezTo>
                    <a:cubicBezTo>
                      <a:pt x="2915" y="437"/>
                      <a:pt x="2143" y="990"/>
                      <a:pt x="1439" y="1568"/>
                    </a:cubicBezTo>
                    <a:cubicBezTo>
                      <a:pt x="959" y="1962"/>
                      <a:pt x="493" y="2373"/>
                      <a:pt x="0" y="2751"/>
                    </a:cubicBezTo>
                  </a:path>
                </a:pathLst>
              </a:custGeom>
              <a:solidFill>
                <a:srgbClr val="FECE02"/>
              </a:solidFill>
              <a:ln w="12700">
                <a:solidFill>
                  <a:srgbClr val="FECE0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4" name="Freeform 674"/>
              <p:cNvSpPr/>
              <p:nvPr/>
            </p:nvSpPr>
            <p:spPr bwMode="auto">
              <a:xfrm flipV="1">
                <a:off x="10558" y="4991"/>
                <a:ext cx="136" cy="148"/>
              </a:xfrm>
              <a:custGeom>
                <a:avLst/>
                <a:gdLst>
                  <a:gd name="T0" fmla="*/ 207 w 670"/>
                  <a:gd name="T1" fmla="*/ 620 h 724"/>
                  <a:gd name="T2" fmla="*/ 641 w 670"/>
                  <a:gd name="T3" fmla="*/ 385 h 724"/>
                  <a:gd name="T4" fmla="*/ 233 w 670"/>
                  <a:gd name="T5" fmla="*/ 95 h 724"/>
                  <a:gd name="T6" fmla="*/ 207 w 670"/>
                  <a:gd name="T7" fmla="*/ 620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0" h="724">
                    <a:moveTo>
                      <a:pt x="207" y="620"/>
                    </a:moveTo>
                    <a:cubicBezTo>
                      <a:pt x="382" y="724"/>
                      <a:pt x="639" y="593"/>
                      <a:pt x="641" y="385"/>
                    </a:cubicBezTo>
                    <a:cubicBezTo>
                      <a:pt x="670" y="173"/>
                      <a:pt x="423" y="0"/>
                      <a:pt x="233" y="95"/>
                    </a:cubicBezTo>
                    <a:cubicBezTo>
                      <a:pt x="15" y="175"/>
                      <a:pt x="0" y="517"/>
                      <a:pt x="207" y="620"/>
                    </a:cubicBezTo>
                  </a:path>
                </a:pathLst>
              </a:custGeom>
              <a:solidFill>
                <a:srgbClr val="34E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5" name="Group 679"/>
            <p:cNvGrpSpPr/>
            <p:nvPr/>
          </p:nvGrpSpPr>
          <p:grpSpPr bwMode="auto">
            <a:xfrm>
              <a:off x="12938125" y="7618413"/>
              <a:ext cx="4521200" cy="3200400"/>
              <a:chOff x="8150" y="4799"/>
              <a:chExt cx="2848" cy="2016"/>
            </a:xfrm>
          </p:grpSpPr>
          <p:sp>
            <p:nvSpPr>
              <p:cNvPr id="10" name="Freeform 676"/>
              <p:cNvSpPr/>
              <p:nvPr/>
            </p:nvSpPr>
            <p:spPr bwMode="auto">
              <a:xfrm flipV="1">
                <a:off x="10794" y="4799"/>
                <a:ext cx="204" cy="208"/>
              </a:xfrm>
              <a:custGeom>
                <a:avLst/>
                <a:gdLst>
                  <a:gd name="T0" fmla="*/ 350 w 1004"/>
                  <a:gd name="T1" fmla="*/ 927 h 1019"/>
                  <a:gd name="T2" fmla="*/ 935 w 1004"/>
                  <a:gd name="T3" fmla="*/ 623 h 1019"/>
                  <a:gd name="T4" fmla="*/ 625 w 1004"/>
                  <a:gd name="T5" fmla="*/ 71 h 1019"/>
                  <a:gd name="T6" fmla="*/ 71 w 1004"/>
                  <a:gd name="T7" fmla="*/ 374 h 1019"/>
                  <a:gd name="T8" fmla="*/ 350 w 1004"/>
                  <a:gd name="T9" fmla="*/ 927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4" h="1019">
                    <a:moveTo>
                      <a:pt x="350" y="927"/>
                    </a:moveTo>
                    <a:cubicBezTo>
                      <a:pt x="586" y="1019"/>
                      <a:pt x="876" y="869"/>
                      <a:pt x="935" y="623"/>
                    </a:cubicBezTo>
                    <a:cubicBezTo>
                      <a:pt x="1004" y="394"/>
                      <a:pt x="857" y="130"/>
                      <a:pt x="625" y="71"/>
                    </a:cubicBezTo>
                    <a:cubicBezTo>
                      <a:pt x="397" y="0"/>
                      <a:pt x="133" y="144"/>
                      <a:pt x="71" y="374"/>
                    </a:cubicBezTo>
                    <a:cubicBezTo>
                      <a:pt x="0" y="594"/>
                      <a:pt x="128" y="856"/>
                      <a:pt x="350" y="927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1" name="Freeform 677"/>
              <p:cNvSpPr>
                <a:spLocks noEditPoints="1"/>
              </p:cNvSpPr>
              <p:nvPr/>
            </p:nvSpPr>
            <p:spPr bwMode="auto">
              <a:xfrm flipV="1">
                <a:off x="8461" y="5115"/>
                <a:ext cx="1405" cy="1700"/>
              </a:xfrm>
              <a:custGeom>
                <a:avLst/>
                <a:gdLst>
                  <a:gd name="T0" fmla="*/ 157 w 6890"/>
                  <a:gd name="T1" fmla="*/ 5963 h 8333"/>
                  <a:gd name="T2" fmla="*/ 1270 w 6890"/>
                  <a:gd name="T3" fmla="*/ 8333 h 8333"/>
                  <a:gd name="T4" fmla="*/ 1912 w 6890"/>
                  <a:gd name="T5" fmla="*/ 7616 h 8333"/>
                  <a:gd name="T6" fmla="*/ 3487 w 6890"/>
                  <a:gd name="T7" fmla="*/ 4924 h 8333"/>
                  <a:gd name="T8" fmla="*/ 4314 w 6890"/>
                  <a:gd name="T9" fmla="*/ 2970 h 8333"/>
                  <a:gd name="T10" fmla="*/ 5234 w 6890"/>
                  <a:gd name="T11" fmla="*/ 1525 h 8333"/>
                  <a:gd name="T12" fmla="*/ 6890 w 6890"/>
                  <a:gd name="T13" fmla="*/ 560 h 8333"/>
                  <a:gd name="T14" fmla="*/ 2665 w 6890"/>
                  <a:gd name="T15" fmla="*/ 788 h 8333"/>
                  <a:gd name="T16" fmla="*/ 458 w 6890"/>
                  <a:gd name="T17" fmla="*/ 3239 h 8333"/>
                  <a:gd name="T18" fmla="*/ 157 w 6890"/>
                  <a:gd name="T19" fmla="*/ 5963 h 8333"/>
                  <a:gd name="T20" fmla="*/ 970 w 6890"/>
                  <a:gd name="T21" fmla="*/ 6932 h 8333"/>
                  <a:gd name="T22" fmla="*/ 1028 w 6890"/>
                  <a:gd name="T23" fmla="*/ 6534 h 8333"/>
                  <a:gd name="T24" fmla="*/ 1293 w 6890"/>
                  <a:gd name="T25" fmla="*/ 6772 h 8333"/>
                  <a:gd name="T26" fmla="*/ 970 w 6890"/>
                  <a:gd name="T27" fmla="*/ 6932 h 8333"/>
                  <a:gd name="T28" fmla="*/ 829 w 6890"/>
                  <a:gd name="T29" fmla="*/ 6397 h 8333"/>
                  <a:gd name="T30" fmla="*/ 704 w 6890"/>
                  <a:gd name="T31" fmla="*/ 6239 h 8333"/>
                  <a:gd name="T32" fmla="*/ 582 w 6890"/>
                  <a:gd name="T33" fmla="*/ 5536 h 8333"/>
                  <a:gd name="T34" fmla="*/ 637 w 6890"/>
                  <a:gd name="T35" fmla="*/ 5285 h 8333"/>
                  <a:gd name="T36" fmla="*/ 993 w 6890"/>
                  <a:gd name="T37" fmla="*/ 5394 h 8333"/>
                  <a:gd name="T38" fmla="*/ 1120 w 6890"/>
                  <a:gd name="T39" fmla="*/ 6169 h 8333"/>
                  <a:gd name="T40" fmla="*/ 829 w 6890"/>
                  <a:gd name="T41" fmla="*/ 6397 h 8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90" h="8333">
                    <a:moveTo>
                      <a:pt x="157" y="5963"/>
                    </a:moveTo>
                    <a:cubicBezTo>
                      <a:pt x="305" y="6834"/>
                      <a:pt x="695" y="7662"/>
                      <a:pt x="1270" y="8333"/>
                    </a:cubicBezTo>
                    <a:cubicBezTo>
                      <a:pt x="1493" y="8102"/>
                      <a:pt x="1711" y="7866"/>
                      <a:pt x="1912" y="7616"/>
                    </a:cubicBezTo>
                    <a:cubicBezTo>
                      <a:pt x="2573" y="6807"/>
                      <a:pt x="3074" y="5880"/>
                      <a:pt x="3487" y="4924"/>
                    </a:cubicBezTo>
                    <a:cubicBezTo>
                      <a:pt x="3780" y="4280"/>
                      <a:pt x="4016" y="3611"/>
                      <a:pt x="4314" y="2970"/>
                    </a:cubicBezTo>
                    <a:cubicBezTo>
                      <a:pt x="4558" y="2453"/>
                      <a:pt x="4839" y="1943"/>
                      <a:pt x="5234" y="1525"/>
                    </a:cubicBezTo>
                    <a:cubicBezTo>
                      <a:pt x="5680" y="1056"/>
                      <a:pt x="6255" y="700"/>
                      <a:pt x="6890" y="560"/>
                    </a:cubicBezTo>
                    <a:cubicBezTo>
                      <a:pt x="5542" y="0"/>
                      <a:pt x="3945" y="86"/>
                      <a:pt x="2665" y="788"/>
                    </a:cubicBezTo>
                    <a:cubicBezTo>
                      <a:pt x="1678" y="1321"/>
                      <a:pt x="883" y="2201"/>
                      <a:pt x="458" y="3239"/>
                    </a:cubicBezTo>
                    <a:cubicBezTo>
                      <a:pt x="104" y="4094"/>
                      <a:pt x="0" y="5051"/>
                      <a:pt x="157" y="5963"/>
                    </a:cubicBezTo>
                    <a:moveTo>
                      <a:pt x="970" y="6932"/>
                    </a:moveTo>
                    <a:cubicBezTo>
                      <a:pt x="811" y="6843"/>
                      <a:pt x="844" y="6567"/>
                      <a:pt x="1028" y="6534"/>
                    </a:cubicBezTo>
                    <a:cubicBezTo>
                      <a:pt x="1171" y="6493"/>
                      <a:pt x="1316" y="6626"/>
                      <a:pt x="1293" y="6772"/>
                    </a:cubicBezTo>
                    <a:cubicBezTo>
                      <a:pt x="1291" y="6925"/>
                      <a:pt x="1094" y="7017"/>
                      <a:pt x="970" y="6932"/>
                    </a:cubicBezTo>
                    <a:moveTo>
                      <a:pt x="829" y="6397"/>
                    </a:moveTo>
                    <a:cubicBezTo>
                      <a:pt x="763" y="6370"/>
                      <a:pt x="717" y="6308"/>
                      <a:pt x="704" y="6239"/>
                    </a:cubicBezTo>
                    <a:cubicBezTo>
                      <a:pt x="644" y="6008"/>
                      <a:pt x="607" y="5773"/>
                      <a:pt x="582" y="5536"/>
                    </a:cubicBezTo>
                    <a:cubicBezTo>
                      <a:pt x="574" y="5450"/>
                      <a:pt x="562" y="5347"/>
                      <a:pt x="637" y="5285"/>
                    </a:cubicBezTo>
                    <a:cubicBezTo>
                      <a:pt x="746" y="5168"/>
                      <a:pt x="973" y="5231"/>
                      <a:pt x="993" y="5394"/>
                    </a:cubicBezTo>
                    <a:cubicBezTo>
                      <a:pt x="1018" y="5655"/>
                      <a:pt x="1062" y="5913"/>
                      <a:pt x="1120" y="6169"/>
                    </a:cubicBezTo>
                    <a:cubicBezTo>
                      <a:pt x="1157" y="6327"/>
                      <a:pt x="974" y="6463"/>
                      <a:pt x="829" y="6397"/>
                    </a:cubicBezTo>
                  </a:path>
                </a:pathLst>
              </a:custGeom>
              <a:solidFill>
                <a:srgbClr val="FC3977"/>
              </a:solidFill>
              <a:ln w="12700">
                <a:solidFill>
                  <a:srgbClr val="FC3977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12" name="Freeform 678"/>
              <p:cNvSpPr/>
              <p:nvPr/>
            </p:nvSpPr>
            <p:spPr bwMode="auto">
              <a:xfrm flipV="1">
                <a:off x="8150" y="5183"/>
                <a:ext cx="206" cy="209"/>
              </a:xfrm>
              <a:custGeom>
                <a:avLst/>
                <a:gdLst>
                  <a:gd name="T0" fmla="*/ 348 w 1010"/>
                  <a:gd name="T1" fmla="*/ 939 h 1025"/>
                  <a:gd name="T2" fmla="*/ 951 w 1010"/>
                  <a:gd name="T3" fmla="*/ 573 h 1025"/>
                  <a:gd name="T4" fmla="*/ 507 w 1010"/>
                  <a:gd name="T5" fmla="*/ 20 h 1025"/>
                  <a:gd name="T6" fmla="*/ 19 w 1010"/>
                  <a:gd name="T7" fmla="*/ 460 h 1025"/>
                  <a:gd name="T8" fmla="*/ 348 w 1010"/>
                  <a:gd name="T9" fmla="*/ 939 h 1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0" h="1025">
                    <a:moveTo>
                      <a:pt x="348" y="939"/>
                    </a:moveTo>
                    <a:cubicBezTo>
                      <a:pt x="606" y="1025"/>
                      <a:pt x="913" y="845"/>
                      <a:pt x="951" y="573"/>
                    </a:cubicBezTo>
                    <a:cubicBezTo>
                      <a:pt x="1010" y="303"/>
                      <a:pt x="785" y="18"/>
                      <a:pt x="507" y="20"/>
                    </a:cubicBezTo>
                    <a:cubicBezTo>
                      <a:pt x="260" y="0"/>
                      <a:pt x="25" y="213"/>
                      <a:pt x="19" y="460"/>
                    </a:cubicBezTo>
                    <a:cubicBezTo>
                      <a:pt x="0" y="671"/>
                      <a:pt x="146" y="880"/>
                      <a:pt x="348" y="939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6" name="Group 683"/>
            <p:cNvGrpSpPr/>
            <p:nvPr/>
          </p:nvGrpSpPr>
          <p:grpSpPr bwMode="auto">
            <a:xfrm>
              <a:off x="12452350" y="7659688"/>
              <a:ext cx="4291013" cy="2976563"/>
              <a:chOff x="7844" y="4825"/>
              <a:chExt cx="2703" cy="1875"/>
            </a:xfrm>
          </p:grpSpPr>
          <p:sp>
            <p:nvSpPr>
              <p:cNvPr id="7" name="Freeform 680"/>
              <p:cNvSpPr/>
              <p:nvPr/>
            </p:nvSpPr>
            <p:spPr bwMode="auto">
              <a:xfrm flipV="1">
                <a:off x="10443" y="4825"/>
                <a:ext cx="86" cy="91"/>
              </a:xfrm>
              <a:custGeom>
                <a:avLst/>
                <a:gdLst>
                  <a:gd name="T0" fmla="*/ 173 w 422"/>
                  <a:gd name="T1" fmla="*/ 408 h 448"/>
                  <a:gd name="T2" fmla="*/ 399 w 422"/>
                  <a:gd name="T3" fmla="*/ 213 h 448"/>
                  <a:gd name="T4" fmla="*/ 92 w 422"/>
                  <a:gd name="T5" fmla="*/ 108 h 448"/>
                  <a:gd name="T6" fmla="*/ 173 w 422"/>
                  <a:gd name="T7" fmla="*/ 408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2" h="448">
                    <a:moveTo>
                      <a:pt x="173" y="408"/>
                    </a:moveTo>
                    <a:cubicBezTo>
                      <a:pt x="291" y="448"/>
                      <a:pt x="422" y="336"/>
                      <a:pt x="399" y="213"/>
                    </a:cubicBezTo>
                    <a:cubicBezTo>
                      <a:pt x="392" y="68"/>
                      <a:pt x="187" y="0"/>
                      <a:pt x="92" y="108"/>
                    </a:cubicBezTo>
                    <a:cubicBezTo>
                      <a:pt x="0" y="199"/>
                      <a:pt x="43" y="381"/>
                      <a:pt x="173" y="408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" name="Freeform 681"/>
              <p:cNvSpPr/>
              <p:nvPr/>
            </p:nvSpPr>
            <p:spPr bwMode="auto">
              <a:xfrm flipV="1">
                <a:off x="8720" y="4957"/>
                <a:ext cx="1827" cy="1743"/>
              </a:xfrm>
              <a:custGeom>
                <a:avLst/>
                <a:gdLst>
                  <a:gd name="T0" fmla="*/ 0 w 8962"/>
                  <a:gd name="T1" fmla="*/ 7773 h 8550"/>
                  <a:gd name="T2" fmla="*/ 843 w 8962"/>
                  <a:gd name="T3" fmla="*/ 8550 h 8550"/>
                  <a:gd name="T4" fmla="*/ 2454 w 8962"/>
                  <a:gd name="T5" fmla="*/ 7004 h 8550"/>
                  <a:gd name="T6" fmla="*/ 3421 w 8962"/>
                  <a:gd name="T7" fmla="*/ 5889 h 8550"/>
                  <a:gd name="T8" fmla="*/ 5000 w 8962"/>
                  <a:gd name="T9" fmla="*/ 3865 h 8550"/>
                  <a:gd name="T10" fmla="*/ 7910 w 8962"/>
                  <a:gd name="T11" fmla="*/ 2392 h 8550"/>
                  <a:gd name="T12" fmla="*/ 8801 w 8962"/>
                  <a:gd name="T13" fmla="*/ 2366 h 8550"/>
                  <a:gd name="T14" fmla="*/ 8949 w 8962"/>
                  <a:gd name="T15" fmla="*/ 2151 h 8550"/>
                  <a:gd name="T16" fmla="*/ 8738 w 8962"/>
                  <a:gd name="T17" fmla="*/ 1894 h 8550"/>
                  <a:gd name="T18" fmla="*/ 8013 w 8962"/>
                  <a:gd name="T19" fmla="*/ 1885 h 8550"/>
                  <a:gd name="T20" fmla="*/ 7894 w 8962"/>
                  <a:gd name="T21" fmla="*/ 1507 h 8550"/>
                  <a:gd name="T22" fmla="*/ 8216 w 8962"/>
                  <a:gd name="T23" fmla="*/ 1369 h 8550"/>
                  <a:gd name="T24" fmla="*/ 8209 w 8962"/>
                  <a:gd name="T25" fmla="*/ 999 h 8550"/>
                  <a:gd name="T26" fmla="*/ 7870 w 8962"/>
                  <a:gd name="T27" fmla="*/ 945 h 8550"/>
                  <a:gd name="T28" fmla="*/ 6637 w 8962"/>
                  <a:gd name="T29" fmla="*/ 567 h 8550"/>
                  <a:gd name="T30" fmla="*/ 5620 w 8962"/>
                  <a:gd name="T31" fmla="*/ 0 h 8550"/>
                  <a:gd name="T32" fmla="*/ 3964 w 8962"/>
                  <a:gd name="T33" fmla="*/ 965 h 8550"/>
                  <a:gd name="T34" fmla="*/ 3044 w 8962"/>
                  <a:gd name="T35" fmla="*/ 2410 h 8550"/>
                  <a:gd name="T36" fmla="*/ 2217 w 8962"/>
                  <a:gd name="T37" fmla="*/ 4364 h 8550"/>
                  <a:gd name="T38" fmla="*/ 642 w 8962"/>
                  <a:gd name="T39" fmla="*/ 7056 h 8550"/>
                  <a:gd name="T40" fmla="*/ 0 w 8962"/>
                  <a:gd name="T41" fmla="*/ 7773 h 8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962" h="8550">
                    <a:moveTo>
                      <a:pt x="0" y="7773"/>
                    </a:moveTo>
                    <a:cubicBezTo>
                      <a:pt x="252" y="8060"/>
                      <a:pt x="532" y="8326"/>
                      <a:pt x="843" y="8550"/>
                    </a:cubicBezTo>
                    <a:cubicBezTo>
                      <a:pt x="1417" y="8075"/>
                      <a:pt x="1947" y="7550"/>
                      <a:pt x="2454" y="7004"/>
                    </a:cubicBezTo>
                    <a:cubicBezTo>
                      <a:pt x="2785" y="6640"/>
                      <a:pt x="3120" y="6279"/>
                      <a:pt x="3421" y="5889"/>
                    </a:cubicBezTo>
                    <a:cubicBezTo>
                      <a:pt x="3946" y="5213"/>
                      <a:pt x="4413" y="4490"/>
                      <a:pt x="5000" y="3865"/>
                    </a:cubicBezTo>
                    <a:cubicBezTo>
                      <a:pt x="5752" y="3048"/>
                      <a:pt x="6801" y="2498"/>
                      <a:pt x="7910" y="2392"/>
                    </a:cubicBezTo>
                    <a:cubicBezTo>
                      <a:pt x="8206" y="2357"/>
                      <a:pt x="8504" y="2386"/>
                      <a:pt x="8801" y="2366"/>
                    </a:cubicBezTo>
                    <a:cubicBezTo>
                      <a:pt x="8877" y="2320"/>
                      <a:pt x="8950" y="2247"/>
                      <a:pt x="8949" y="2151"/>
                    </a:cubicBezTo>
                    <a:cubicBezTo>
                      <a:pt x="8962" y="2027"/>
                      <a:pt x="8863" y="1903"/>
                      <a:pt x="8738" y="1894"/>
                    </a:cubicBezTo>
                    <a:cubicBezTo>
                      <a:pt x="8496" y="1878"/>
                      <a:pt x="8254" y="1899"/>
                      <a:pt x="8013" y="1885"/>
                    </a:cubicBezTo>
                    <a:cubicBezTo>
                      <a:pt x="7845" y="1857"/>
                      <a:pt x="7772" y="1626"/>
                      <a:pt x="7894" y="1507"/>
                    </a:cubicBezTo>
                    <a:cubicBezTo>
                      <a:pt x="7973" y="1403"/>
                      <a:pt x="8125" y="1452"/>
                      <a:pt x="8216" y="1369"/>
                    </a:cubicBezTo>
                    <a:cubicBezTo>
                      <a:pt x="8324" y="1277"/>
                      <a:pt x="8323" y="1085"/>
                      <a:pt x="8209" y="999"/>
                    </a:cubicBezTo>
                    <a:cubicBezTo>
                      <a:pt x="8114" y="920"/>
                      <a:pt x="7983" y="950"/>
                      <a:pt x="7870" y="945"/>
                    </a:cubicBezTo>
                    <a:cubicBezTo>
                      <a:pt x="7431" y="964"/>
                      <a:pt x="6991" y="825"/>
                      <a:pt x="6637" y="567"/>
                    </a:cubicBezTo>
                    <a:cubicBezTo>
                      <a:pt x="6323" y="337"/>
                      <a:pt x="5978" y="151"/>
                      <a:pt x="5620" y="0"/>
                    </a:cubicBezTo>
                    <a:cubicBezTo>
                      <a:pt x="4985" y="140"/>
                      <a:pt x="4410" y="496"/>
                      <a:pt x="3964" y="965"/>
                    </a:cubicBezTo>
                    <a:cubicBezTo>
                      <a:pt x="3569" y="1383"/>
                      <a:pt x="3288" y="1893"/>
                      <a:pt x="3044" y="2410"/>
                    </a:cubicBezTo>
                    <a:cubicBezTo>
                      <a:pt x="2746" y="3051"/>
                      <a:pt x="2510" y="3720"/>
                      <a:pt x="2217" y="4364"/>
                    </a:cubicBezTo>
                    <a:cubicBezTo>
                      <a:pt x="1804" y="5320"/>
                      <a:pt x="1303" y="6247"/>
                      <a:pt x="642" y="7056"/>
                    </a:cubicBezTo>
                    <a:cubicBezTo>
                      <a:pt x="441" y="7306"/>
                      <a:pt x="223" y="7542"/>
                      <a:pt x="0" y="7773"/>
                    </a:cubicBezTo>
                  </a:path>
                </a:pathLst>
              </a:custGeom>
              <a:solidFill>
                <a:srgbClr val="FECE02"/>
              </a:solidFill>
              <a:ln w="12700">
                <a:solidFill>
                  <a:srgbClr val="FECE0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" name="Freeform 682"/>
              <p:cNvSpPr/>
              <p:nvPr/>
            </p:nvSpPr>
            <p:spPr bwMode="auto">
              <a:xfrm flipV="1">
                <a:off x="7844" y="4970"/>
                <a:ext cx="147" cy="154"/>
              </a:xfrm>
              <a:custGeom>
                <a:avLst/>
                <a:gdLst>
                  <a:gd name="T0" fmla="*/ 294 w 724"/>
                  <a:gd name="T1" fmla="*/ 685 h 753"/>
                  <a:gd name="T2" fmla="*/ 686 w 724"/>
                  <a:gd name="T3" fmla="*/ 352 h 753"/>
                  <a:gd name="T4" fmla="*/ 190 w 724"/>
                  <a:gd name="T5" fmla="*/ 150 h 753"/>
                  <a:gd name="T6" fmla="*/ 294 w 724"/>
                  <a:gd name="T7" fmla="*/ 685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4" h="753">
                    <a:moveTo>
                      <a:pt x="294" y="685"/>
                    </a:moveTo>
                    <a:cubicBezTo>
                      <a:pt x="498" y="753"/>
                      <a:pt x="724" y="565"/>
                      <a:pt x="686" y="352"/>
                    </a:cubicBezTo>
                    <a:cubicBezTo>
                      <a:pt x="667" y="123"/>
                      <a:pt x="363" y="0"/>
                      <a:pt x="190" y="150"/>
                    </a:cubicBezTo>
                    <a:cubicBezTo>
                      <a:pt x="0" y="289"/>
                      <a:pt x="61" y="631"/>
                      <a:pt x="294" y="685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sp>
        <p:nvSpPr>
          <p:cNvPr id="23" name="文本框 22"/>
          <p:cNvSpPr txBox="1"/>
          <p:nvPr/>
        </p:nvSpPr>
        <p:spPr>
          <a:xfrm>
            <a:off x="1101725" y="2573020"/>
            <a:ext cx="53320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到此结束！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6100" y="5505711"/>
            <a:ext cx="110998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温馨提醒：课后多回顾上课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内容，翻看上课做的笔记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 rot="20928572">
            <a:off x="6789420" y="1882140"/>
            <a:ext cx="3819525" cy="2637155"/>
          </a:xfrm>
          <a:prstGeom prst="roundRect">
            <a:avLst>
              <a:gd name="adj" fmla="val 22519"/>
            </a:avLst>
          </a:prstGeom>
          <a:solidFill>
            <a:schemeClr val="bg1"/>
          </a:solidFill>
          <a:ln w="76200" cap="rnd">
            <a:noFill/>
          </a:ln>
          <a:effectLst>
            <a:outerShdw blurRad="660400" sx="106000" sy="106000" algn="ctr" rotWithShape="0">
              <a:schemeClr val="tx1">
                <a:alpha val="40000"/>
              </a:schemeClr>
            </a:outerShdw>
          </a:effectLst>
          <a:scene3d>
            <a:camera prst="orthographicFront">
              <a:rot lat="20442525" lon="20645078" rev="322895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97" name="矩形: 圆角 96"/>
          <p:cNvSpPr/>
          <p:nvPr/>
        </p:nvSpPr>
        <p:spPr>
          <a:xfrm rot="20928572">
            <a:off x="6916420" y="2009140"/>
            <a:ext cx="3819525" cy="2637155"/>
          </a:xfrm>
          <a:prstGeom prst="roundRect">
            <a:avLst>
              <a:gd name="adj" fmla="val 22519"/>
            </a:avLst>
          </a:prstGeom>
          <a:solidFill>
            <a:srgbClr val="34E0F8"/>
          </a:solidFill>
          <a:ln w="76200" cap="rnd">
            <a:noFill/>
          </a:ln>
          <a:effectLst/>
          <a:scene3d>
            <a:camera prst="orthographicFront">
              <a:rot lat="20442525" lon="20645078" rev="322895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 rot="20839101">
            <a:off x="7263765" y="2084705"/>
            <a:ext cx="2946400" cy="2136775"/>
            <a:chOff x="13034963" y="673100"/>
            <a:chExt cx="7367588" cy="5043487"/>
          </a:xfrm>
        </p:grpSpPr>
        <p:grpSp>
          <p:nvGrpSpPr>
            <p:cNvPr id="37" name="Group 378"/>
            <p:cNvGrpSpPr/>
            <p:nvPr/>
          </p:nvGrpSpPr>
          <p:grpSpPr bwMode="auto">
            <a:xfrm>
              <a:off x="13034963" y="673100"/>
              <a:ext cx="7367588" cy="5043487"/>
              <a:chOff x="8211" y="424"/>
              <a:chExt cx="4641" cy="3177"/>
            </a:xfrm>
          </p:grpSpPr>
          <p:sp>
            <p:nvSpPr>
              <p:cNvPr id="57" name="Freeform 338"/>
              <p:cNvSpPr>
                <a:spLocks noEditPoints="1"/>
              </p:cNvSpPr>
              <p:nvPr/>
            </p:nvSpPr>
            <p:spPr bwMode="auto">
              <a:xfrm flipV="1">
                <a:off x="8940" y="424"/>
                <a:ext cx="3658" cy="2967"/>
              </a:xfrm>
              <a:custGeom>
                <a:avLst/>
                <a:gdLst>
                  <a:gd name="T0" fmla="*/ 15069 w 16112"/>
                  <a:gd name="T1" fmla="*/ 13053 h 13062"/>
                  <a:gd name="T2" fmla="*/ 16021 w 16112"/>
                  <a:gd name="T3" fmla="*/ 11323 h 13062"/>
                  <a:gd name="T4" fmla="*/ 15421 w 16112"/>
                  <a:gd name="T5" fmla="*/ 8501 h 13062"/>
                  <a:gd name="T6" fmla="*/ 15457 w 16112"/>
                  <a:gd name="T7" fmla="*/ 2751 h 13062"/>
                  <a:gd name="T8" fmla="*/ 10528 w 16112"/>
                  <a:gd name="T9" fmla="*/ 615 h 13062"/>
                  <a:gd name="T10" fmla="*/ 9745 w 16112"/>
                  <a:gd name="T11" fmla="*/ 2748 h 13062"/>
                  <a:gd name="T12" fmla="*/ 9539 w 16112"/>
                  <a:gd name="T13" fmla="*/ 48 h 13062"/>
                  <a:gd name="T14" fmla="*/ 9457 w 16112"/>
                  <a:gd name="T15" fmla="*/ 2748 h 13062"/>
                  <a:gd name="T16" fmla="*/ 8150 w 16112"/>
                  <a:gd name="T17" fmla="*/ 740 h 13062"/>
                  <a:gd name="T18" fmla="*/ 1277 w 16112"/>
                  <a:gd name="T19" fmla="*/ 2751 h 13062"/>
                  <a:gd name="T20" fmla="*/ 465 w 16112"/>
                  <a:gd name="T21" fmla="*/ 3850 h 13062"/>
                  <a:gd name="T22" fmla="*/ 2898 w 16112"/>
                  <a:gd name="T23" fmla="*/ 4444 h 13062"/>
                  <a:gd name="T24" fmla="*/ 4 w 16112"/>
                  <a:gd name="T25" fmla="*/ 8960 h 13062"/>
                  <a:gd name="T26" fmla="*/ 321 w 16112"/>
                  <a:gd name="T27" fmla="*/ 9594 h 13062"/>
                  <a:gd name="T28" fmla="*/ 1344 w 16112"/>
                  <a:gd name="T29" fmla="*/ 10830 h 13062"/>
                  <a:gd name="T30" fmla="*/ 3740 w 16112"/>
                  <a:gd name="T31" fmla="*/ 11781 h 13062"/>
                  <a:gd name="T32" fmla="*/ 11471 w 16112"/>
                  <a:gd name="T33" fmla="*/ 11394 h 13062"/>
                  <a:gd name="T34" fmla="*/ 13137 w 16112"/>
                  <a:gd name="T35" fmla="*/ 12758 h 13062"/>
                  <a:gd name="T36" fmla="*/ 13409 w 16112"/>
                  <a:gd name="T37" fmla="*/ 10867 h 13062"/>
                  <a:gd name="T38" fmla="*/ 13694 w 16112"/>
                  <a:gd name="T39" fmla="*/ 12768 h 13062"/>
                  <a:gd name="T40" fmla="*/ 15419 w 16112"/>
                  <a:gd name="T41" fmla="*/ 10900 h 13062"/>
                  <a:gd name="T42" fmla="*/ 15669 w 16112"/>
                  <a:gd name="T43" fmla="*/ 12522 h 13062"/>
                  <a:gd name="T44" fmla="*/ 3088 w 16112"/>
                  <a:gd name="T45" fmla="*/ 11028 h 13062"/>
                  <a:gd name="T46" fmla="*/ 4524 w 16112"/>
                  <a:gd name="T47" fmla="*/ 10840 h 13062"/>
                  <a:gd name="T48" fmla="*/ 3673 w 16112"/>
                  <a:gd name="T49" fmla="*/ 11472 h 13062"/>
                  <a:gd name="T50" fmla="*/ 8043 w 16112"/>
                  <a:gd name="T51" fmla="*/ 10438 h 13062"/>
                  <a:gd name="T52" fmla="*/ 15138 w 16112"/>
                  <a:gd name="T53" fmla="*/ 3987 h 13062"/>
                  <a:gd name="T54" fmla="*/ 14150 w 16112"/>
                  <a:gd name="T55" fmla="*/ 10509 h 13062"/>
                  <a:gd name="T56" fmla="*/ 13639 w 16112"/>
                  <a:gd name="T57" fmla="*/ 6893 h 13062"/>
                  <a:gd name="T58" fmla="*/ 12702 w 16112"/>
                  <a:gd name="T59" fmla="*/ 11102 h 13062"/>
                  <a:gd name="T60" fmla="*/ 12988 w 16112"/>
                  <a:gd name="T61" fmla="*/ 10582 h 13062"/>
                  <a:gd name="T62" fmla="*/ 13410 w 16112"/>
                  <a:gd name="T63" fmla="*/ 10582 h 13062"/>
                  <a:gd name="T64" fmla="*/ 547 w 16112"/>
                  <a:gd name="T65" fmla="*/ 9877 h 13062"/>
                  <a:gd name="T66" fmla="*/ 1558 w 16112"/>
                  <a:gd name="T67" fmla="*/ 10548 h 13062"/>
                  <a:gd name="T68" fmla="*/ 4168 w 16112"/>
                  <a:gd name="T69" fmla="*/ 9594 h 13062"/>
                  <a:gd name="T70" fmla="*/ 2686 w 16112"/>
                  <a:gd name="T71" fmla="*/ 6693 h 13062"/>
                  <a:gd name="T72" fmla="*/ 4627 w 16112"/>
                  <a:gd name="T73" fmla="*/ 6682 h 13062"/>
                  <a:gd name="T74" fmla="*/ 5231 w 16112"/>
                  <a:gd name="T75" fmla="*/ 10545 h 13062"/>
                  <a:gd name="T76" fmla="*/ 383 w 16112"/>
                  <a:gd name="T77" fmla="*/ 8994 h 13062"/>
                  <a:gd name="T78" fmla="*/ 1166 w 16112"/>
                  <a:gd name="T79" fmla="*/ 9582 h 13062"/>
                  <a:gd name="T80" fmla="*/ 6217 w 16112"/>
                  <a:gd name="T81" fmla="*/ 8218 h 13062"/>
                  <a:gd name="T82" fmla="*/ 6412 w 16112"/>
                  <a:gd name="T83" fmla="*/ 9405 h 13062"/>
                  <a:gd name="T84" fmla="*/ 288 w 16112"/>
                  <a:gd name="T85" fmla="*/ 8671 h 13062"/>
                  <a:gd name="T86" fmla="*/ 769 w 16112"/>
                  <a:gd name="T87" fmla="*/ 4774 h 13062"/>
                  <a:gd name="T88" fmla="*/ 288 w 16112"/>
                  <a:gd name="T89" fmla="*/ 8671 h 13062"/>
                  <a:gd name="T90" fmla="*/ 6809 w 16112"/>
                  <a:gd name="T91" fmla="*/ 4767 h 13062"/>
                  <a:gd name="T92" fmla="*/ 4834 w 16112"/>
                  <a:gd name="T93" fmla="*/ 6471 h 13062"/>
                  <a:gd name="T94" fmla="*/ 13399 w 16112"/>
                  <a:gd name="T95" fmla="*/ 7061 h 13062"/>
                  <a:gd name="T96" fmla="*/ 1132 w 16112"/>
                  <a:gd name="T97" fmla="*/ 4731 h 13062"/>
                  <a:gd name="T98" fmla="*/ 3571 w 16112"/>
                  <a:gd name="T99" fmla="*/ 7074 h 13062"/>
                  <a:gd name="T100" fmla="*/ 748 w 16112"/>
                  <a:gd name="T101" fmla="*/ 3348 h 13062"/>
                  <a:gd name="T102" fmla="*/ 8455 w 16112"/>
                  <a:gd name="T103" fmla="*/ 3154 h 13062"/>
                  <a:gd name="T104" fmla="*/ 8826 w 16112"/>
                  <a:gd name="T105" fmla="*/ 3702 h 13062"/>
                  <a:gd name="T106" fmla="*/ 15772 w 16112"/>
                  <a:gd name="T107" fmla="*/ 3389 h 13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112" h="13062">
                    <a:moveTo>
                      <a:pt x="12707" y="12597"/>
                    </a:moveTo>
                    <a:cubicBezTo>
                      <a:pt x="12716" y="12848"/>
                      <a:pt x="12948" y="13061"/>
                      <a:pt x="13198" y="13052"/>
                    </a:cubicBezTo>
                    <a:cubicBezTo>
                      <a:pt x="13822" y="13053"/>
                      <a:pt x="14445" y="13052"/>
                      <a:pt x="15069" y="13053"/>
                    </a:cubicBezTo>
                    <a:cubicBezTo>
                      <a:pt x="15212" y="13053"/>
                      <a:pt x="15359" y="13062"/>
                      <a:pt x="15496" y="13012"/>
                    </a:cubicBezTo>
                    <a:cubicBezTo>
                      <a:pt x="15793" y="12915"/>
                      <a:pt x="16014" y="12623"/>
                      <a:pt x="16021" y="12310"/>
                    </a:cubicBezTo>
                    <a:cubicBezTo>
                      <a:pt x="16022" y="11981"/>
                      <a:pt x="16022" y="11652"/>
                      <a:pt x="16021" y="11323"/>
                    </a:cubicBezTo>
                    <a:cubicBezTo>
                      <a:pt x="16014" y="10947"/>
                      <a:pt x="15692" y="10611"/>
                      <a:pt x="15317" y="10586"/>
                    </a:cubicBezTo>
                    <a:cubicBezTo>
                      <a:pt x="15045" y="10578"/>
                      <a:pt x="14773" y="10586"/>
                      <a:pt x="14501" y="10582"/>
                    </a:cubicBezTo>
                    <a:cubicBezTo>
                      <a:pt x="15067" y="10046"/>
                      <a:pt x="15409" y="9282"/>
                      <a:pt x="15421" y="8501"/>
                    </a:cubicBezTo>
                    <a:cubicBezTo>
                      <a:pt x="15421" y="6998"/>
                      <a:pt x="15421" y="5494"/>
                      <a:pt x="15421" y="3990"/>
                    </a:cubicBezTo>
                    <a:cubicBezTo>
                      <a:pt x="15724" y="3998"/>
                      <a:pt x="16017" y="3768"/>
                      <a:pt x="16052" y="3462"/>
                    </a:cubicBezTo>
                    <a:cubicBezTo>
                      <a:pt x="16112" y="3111"/>
                      <a:pt x="15815" y="2749"/>
                      <a:pt x="15457" y="2751"/>
                    </a:cubicBezTo>
                    <a:cubicBezTo>
                      <a:pt x="13904" y="2751"/>
                      <a:pt x="12352" y="2752"/>
                      <a:pt x="10800" y="2751"/>
                    </a:cubicBezTo>
                    <a:cubicBezTo>
                      <a:pt x="10799" y="2057"/>
                      <a:pt x="10801" y="1362"/>
                      <a:pt x="10799" y="667"/>
                    </a:cubicBezTo>
                    <a:cubicBezTo>
                      <a:pt x="10809" y="518"/>
                      <a:pt x="10576" y="474"/>
                      <a:pt x="10528" y="615"/>
                    </a:cubicBezTo>
                    <a:cubicBezTo>
                      <a:pt x="10505" y="725"/>
                      <a:pt x="10523" y="840"/>
                      <a:pt x="10518" y="951"/>
                    </a:cubicBezTo>
                    <a:cubicBezTo>
                      <a:pt x="10517" y="1550"/>
                      <a:pt x="10516" y="2149"/>
                      <a:pt x="10515" y="2748"/>
                    </a:cubicBezTo>
                    <a:cubicBezTo>
                      <a:pt x="10258" y="2746"/>
                      <a:pt x="10001" y="2746"/>
                      <a:pt x="9745" y="2748"/>
                    </a:cubicBezTo>
                    <a:cubicBezTo>
                      <a:pt x="9743" y="2149"/>
                      <a:pt x="9742" y="1550"/>
                      <a:pt x="9742" y="951"/>
                    </a:cubicBezTo>
                    <a:cubicBezTo>
                      <a:pt x="9740" y="692"/>
                      <a:pt x="9744" y="432"/>
                      <a:pt x="9741" y="173"/>
                    </a:cubicBezTo>
                    <a:cubicBezTo>
                      <a:pt x="9746" y="73"/>
                      <a:pt x="9626" y="0"/>
                      <a:pt x="9539" y="48"/>
                    </a:cubicBezTo>
                    <a:cubicBezTo>
                      <a:pt x="9477" y="74"/>
                      <a:pt x="9453" y="145"/>
                      <a:pt x="9459" y="208"/>
                    </a:cubicBezTo>
                    <a:cubicBezTo>
                      <a:pt x="9460" y="638"/>
                      <a:pt x="9460" y="1068"/>
                      <a:pt x="9460" y="1498"/>
                    </a:cubicBezTo>
                    <a:cubicBezTo>
                      <a:pt x="9462" y="1915"/>
                      <a:pt x="9456" y="2332"/>
                      <a:pt x="9457" y="2748"/>
                    </a:cubicBezTo>
                    <a:cubicBezTo>
                      <a:pt x="9023" y="2746"/>
                      <a:pt x="8590" y="2746"/>
                      <a:pt x="8157" y="2748"/>
                    </a:cubicBezTo>
                    <a:cubicBezTo>
                      <a:pt x="8158" y="2318"/>
                      <a:pt x="8152" y="1888"/>
                      <a:pt x="8154" y="1458"/>
                    </a:cubicBezTo>
                    <a:cubicBezTo>
                      <a:pt x="8151" y="1219"/>
                      <a:pt x="8161" y="979"/>
                      <a:pt x="8150" y="740"/>
                    </a:cubicBezTo>
                    <a:cubicBezTo>
                      <a:pt x="8120" y="583"/>
                      <a:pt x="7863" y="613"/>
                      <a:pt x="7873" y="773"/>
                    </a:cubicBezTo>
                    <a:cubicBezTo>
                      <a:pt x="7871" y="1432"/>
                      <a:pt x="7873" y="2092"/>
                      <a:pt x="7872" y="2751"/>
                    </a:cubicBezTo>
                    <a:cubicBezTo>
                      <a:pt x="5674" y="2751"/>
                      <a:pt x="3476" y="2752"/>
                      <a:pt x="1277" y="2751"/>
                    </a:cubicBezTo>
                    <a:cubicBezTo>
                      <a:pt x="1137" y="2753"/>
                      <a:pt x="989" y="2737"/>
                      <a:pt x="856" y="2794"/>
                    </a:cubicBezTo>
                    <a:cubicBezTo>
                      <a:pt x="632" y="2881"/>
                      <a:pt x="471" y="3107"/>
                      <a:pt x="464" y="3347"/>
                    </a:cubicBezTo>
                    <a:cubicBezTo>
                      <a:pt x="463" y="3515"/>
                      <a:pt x="462" y="3683"/>
                      <a:pt x="465" y="3850"/>
                    </a:cubicBezTo>
                    <a:cubicBezTo>
                      <a:pt x="461" y="3940"/>
                      <a:pt x="554" y="4000"/>
                      <a:pt x="637" y="3986"/>
                    </a:cubicBezTo>
                    <a:cubicBezTo>
                      <a:pt x="1390" y="3986"/>
                      <a:pt x="2144" y="3986"/>
                      <a:pt x="2898" y="3986"/>
                    </a:cubicBezTo>
                    <a:cubicBezTo>
                      <a:pt x="2898" y="4139"/>
                      <a:pt x="2898" y="4292"/>
                      <a:pt x="2898" y="4444"/>
                    </a:cubicBezTo>
                    <a:cubicBezTo>
                      <a:pt x="2157" y="4446"/>
                      <a:pt x="1415" y="4443"/>
                      <a:pt x="674" y="4446"/>
                    </a:cubicBezTo>
                    <a:cubicBezTo>
                      <a:pt x="323" y="4452"/>
                      <a:pt x="10" y="4760"/>
                      <a:pt x="6" y="5113"/>
                    </a:cubicBezTo>
                    <a:cubicBezTo>
                      <a:pt x="4" y="6395"/>
                      <a:pt x="6" y="7678"/>
                      <a:pt x="4" y="8960"/>
                    </a:cubicBezTo>
                    <a:cubicBezTo>
                      <a:pt x="0" y="9017"/>
                      <a:pt x="14" y="9078"/>
                      <a:pt x="64" y="9111"/>
                    </a:cubicBezTo>
                    <a:cubicBezTo>
                      <a:pt x="274" y="9274"/>
                      <a:pt x="491" y="9429"/>
                      <a:pt x="700" y="9594"/>
                    </a:cubicBezTo>
                    <a:cubicBezTo>
                      <a:pt x="574" y="9595"/>
                      <a:pt x="447" y="9596"/>
                      <a:pt x="321" y="9594"/>
                    </a:cubicBezTo>
                    <a:cubicBezTo>
                      <a:pt x="296" y="9628"/>
                      <a:pt x="252" y="9653"/>
                      <a:pt x="248" y="9698"/>
                    </a:cubicBezTo>
                    <a:cubicBezTo>
                      <a:pt x="243" y="9989"/>
                      <a:pt x="348" y="10286"/>
                      <a:pt x="554" y="10494"/>
                    </a:cubicBezTo>
                    <a:cubicBezTo>
                      <a:pt x="756" y="10710"/>
                      <a:pt x="1050" y="10832"/>
                      <a:pt x="1344" y="10830"/>
                    </a:cubicBezTo>
                    <a:cubicBezTo>
                      <a:pt x="1676" y="10829"/>
                      <a:pt x="2007" y="10830"/>
                      <a:pt x="2338" y="10830"/>
                    </a:cubicBezTo>
                    <a:cubicBezTo>
                      <a:pt x="2734" y="11126"/>
                      <a:pt x="3127" y="11425"/>
                      <a:pt x="3521" y="11722"/>
                    </a:cubicBezTo>
                    <a:cubicBezTo>
                      <a:pt x="3582" y="11767"/>
                      <a:pt x="3663" y="11839"/>
                      <a:pt x="3740" y="11781"/>
                    </a:cubicBezTo>
                    <a:cubicBezTo>
                      <a:pt x="4040" y="11571"/>
                      <a:pt x="4324" y="11338"/>
                      <a:pt x="4622" y="11125"/>
                    </a:cubicBezTo>
                    <a:cubicBezTo>
                      <a:pt x="4987" y="11294"/>
                      <a:pt x="5388" y="11385"/>
                      <a:pt x="5791" y="11394"/>
                    </a:cubicBezTo>
                    <a:cubicBezTo>
                      <a:pt x="7684" y="11394"/>
                      <a:pt x="9578" y="11394"/>
                      <a:pt x="11471" y="11394"/>
                    </a:cubicBezTo>
                    <a:cubicBezTo>
                      <a:pt x="11883" y="11389"/>
                      <a:pt x="12294" y="11405"/>
                      <a:pt x="12705" y="11385"/>
                    </a:cubicBezTo>
                    <a:cubicBezTo>
                      <a:pt x="12707" y="11789"/>
                      <a:pt x="12702" y="12193"/>
                      <a:pt x="12707" y="12597"/>
                    </a:cubicBezTo>
                    <a:moveTo>
                      <a:pt x="13137" y="12758"/>
                    </a:moveTo>
                    <a:cubicBezTo>
                      <a:pt x="13037" y="12730"/>
                      <a:pt x="12980" y="12624"/>
                      <a:pt x="12990" y="12524"/>
                    </a:cubicBezTo>
                    <a:cubicBezTo>
                      <a:pt x="12989" y="11972"/>
                      <a:pt x="12991" y="11419"/>
                      <a:pt x="12989" y="10867"/>
                    </a:cubicBezTo>
                    <a:cubicBezTo>
                      <a:pt x="13129" y="10868"/>
                      <a:pt x="13269" y="10868"/>
                      <a:pt x="13409" y="10867"/>
                    </a:cubicBezTo>
                    <a:cubicBezTo>
                      <a:pt x="13407" y="11501"/>
                      <a:pt x="13407" y="12134"/>
                      <a:pt x="13409" y="12768"/>
                    </a:cubicBezTo>
                    <a:cubicBezTo>
                      <a:pt x="13318" y="12767"/>
                      <a:pt x="13226" y="12775"/>
                      <a:pt x="13137" y="12758"/>
                    </a:cubicBezTo>
                    <a:moveTo>
                      <a:pt x="13694" y="12768"/>
                    </a:moveTo>
                    <a:cubicBezTo>
                      <a:pt x="13696" y="12134"/>
                      <a:pt x="13706" y="11501"/>
                      <a:pt x="13694" y="10867"/>
                    </a:cubicBezTo>
                    <a:cubicBezTo>
                      <a:pt x="14093" y="10871"/>
                      <a:pt x="14493" y="10860"/>
                      <a:pt x="14893" y="10876"/>
                    </a:cubicBezTo>
                    <a:cubicBezTo>
                      <a:pt x="15068" y="10880"/>
                      <a:pt x="15251" y="10837"/>
                      <a:pt x="15419" y="10900"/>
                    </a:cubicBezTo>
                    <a:cubicBezTo>
                      <a:pt x="15616" y="10975"/>
                      <a:pt x="15754" y="11184"/>
                      <a:pt x="15736" y="11395"/>
                    </a:cubicBezTo>
                    <a:cubicBezTo>
                      <a:pt x="15718" y="11618"/>
                      <a:pt x="15742" y="11841"/>
                      <a:pt x="15737" y="12064"/>
                    </a:cubicBezTo>
                    <a:cubicBezTo>
                      <a:pt x="15735" y="12218"/>
                      <a:pt x="15757" y="12386"/>
                      <a:pt x="15669" y="12522"/>
                    </a:cubicBezTo>
                    <a:cubicBezTo>
                      <a:pt x="15564" y="12667"/>
                      <a:pt x="15395" y="12782"/>
                      <a:pt x="15209" y="12769"/>
                    </a:cubicBezTo>
                    <a:cubicBezTo>
                      <a:pt x="14704" y="12767"/>
                      <a:pt x="14199" y="12759"/>
                      <a:pt x="13694" y="12768"/>
                    </a:cubicBezTo>
                    <a:moveTo>
                      <a:pt x="3088" y="11028"/>
                    </a:moveTo>
                    <a:lnTo>
                      <a:pt x="3075" y="11029"/>
                    </a:lnTo>
                    <a:cubicBezTo>
                      <a:pt x="2992" y="10962"/>
                      <a:pt x="2906" y="10899"/>
                      <a:pt x="2821" y="10834"/>
                    </a:cubicBezTo>
                    <a:cubicBezTo>
                      <a:pt x="3388" y="10832"/>
                      <a:pt x="3957" y="10820"/>
                      <a:pt x="4524" y="10840"/>
                    </a:cubicBezTo>
                    <a:cubicBezTo>
                      <a:pt x="4439" y="10901"/>
                      <a:pt x="4354" y="10963"/>
                      <a:pt x="4273" y="11029"/>
                    </a:cubicBezTo>
                    <a:lnTo>
                      <a:pt x="4260" y="11029"/>
                    </a:lnTo>
                    <a:cubicBezTo>
                      <a:pt x="4067" y="11180"/>
                      <a:pt x="3872" y="11329"/>
                      <a:pt x="3673" y="11472"/>
                    </a:cubicBezTo>
                    <a:cubicBezTo>
                      <a:pt x="3476" y="11328"/>
                      <a:pt x="3280" y="11180"/>
                      <a:pt x="3088" y="11028"/>
                    </a:cubicBezTo>
                    <a:moveTo>
                      <a:pt x="7148" y="11109"/>
                    </a:moveTo>
                    <a:cubicBezTo>
                      <a:pt x="7478" y="10933"/>
                      <a:pt x="7791" y="10717"/>
                      <a:pt x="8043" y="10438"/>
                    </a:cubicBezTo>
                    <a:cubicBezTo>
                      <a:pt x="8535" y="9907"/>
                      <a:pt x="8818" y="9190"/>
                      <a:pt x="8824" y="8466"/>
                    </a:cubicBezTo>
                    <a:cubicBezTo>
                      <a:pt x="8825" y="6973"/>
                      <a:pt x="8825" y="5479"/>
                      <a:pt x="8824" y="3986"/>
                    </a:cubicBezTo>
                    <a:cubicBezTo>
                      <a:pt x="10929" y="3991"/>
                      <a:pt x="13033" y="3988"/>
                      <a:pt x="15138" y="3987"/>
                    </a:cubicBezTo>
                    <a:cubicBezTo>
                      <a:pt x="15136" y="5328"/>
                      <a:pt x="15137" y="6669"/>
                      <a:pt x="15137" y="8010"/>
                    </a:cubicBezTo>
                    <a:cubicBezTo>
                      <a:pt x="15134" y="8317"/>
                      <a:pt x="15154" y="8628"/>
                      <a:pt x="15090" y="8931"/>
                    </a:cubicBezTo>
                    <a:cubicBezTo>
                      <a:pt x="14977" y="9547"/>
                      <a:pt x="14632" y="10112"/>
                      <a:pt x="14150" y="10509"/>
                    </a:cubicBezTo>
                    <a:cubicBezTo>
                      <a:pt x="14032" y="10635"/>
                      <a:pt x="13845" y="10562"/>
                      <a:pt x="13694" y="10581"/>
                    </a:cubicBezTo>
                    <a:cubicBezTo>
                      <a:pt x="13696" y="9488"/>
                      <a:pt x="13694" y="8395"/>
                      <a:pt x="13695" y="7302"/>
                    </a:cubicBezTo>
                    <a:cubicBezTo>
                      <a:pt x="13695" y="7165"/>
                      <a:pt x="13709" y="7018"/>
                      <a:pt x="13639" y="6893"/>
                    </a:cubicBezTo>
                    <a:cubicBezTo>
                      <a:pt x="13529" y="6677"/>
                      <a:pt x="13247" y="6574"/>
                      <a:pt x="13023" y="6663"/>
                    </a:cubicBezTo>
                    <a:cubicBezTo>
                      <a:pt x="12835" y="6731"/>
                      <a:pt x="12701" y="6924"/>
                      <a:pt x="12705" y="7124"/>
                    </a:cubicBezTo>
                    <a:cubicBezTo>
                      <a:pt x="12706" y="8450"/>
                      <a:pt x="12703" y="9776"/>
                      <a:pt x="12702" y="11102"/>
                    </a:cubicBezTo>
                    <a:cubicBezTo>
                      <a:pt x="12080" y="11120"/>
                      <a:pt x="11457" y="11105"/>
                      <a:pt x="10834" y="11110"/>
                    </a:cubicBezTo>
                    <a:cubicBezTo>
                      <a:pt x="9605" y="11108"/>
                      <a:pt x="8376" y="11112"/>
                      <a:pt x="7148" y="11109"/>
                    </a:cubicBezTo>
                    <a:moveTo>
                      <a:pt x="12988" y="10582"/>
                    </a:moveTo>
                    <a:cubicBezTo>
                      <a:pt x="12988" y="9581"/>
                      <a:pt x="12991" y="8581"/>
                      <a:pt x="12987" y="7580"/>
                    </a:cubicBezTo>
                    <a:cubicBezTo>
                      <a:pt x="13124" y="7632"/>
                      <a:pt x="13274" y="7633"/>
                      <a:pt x="13411" y="7580"/>
                    </a:cubicBezTo>
                    <a:cubicBezTo>
                      <a:pt x="13407" y="8581"/>
                      <a:pt x="13409" y="9581"/>
                      <a:pt x="13410" y="10582"/>
                    </a:cubicBezTo>
                    <a:cubicBezTo>
                      <a:pt x="13269" y="10581"/>
                      <a:pt x="13129" y="10581"/>
                      <a:pt x="12988" y="10582"/>
                    </a:cubicBezTo>
                    <a:moveTo>
                      <a:pt x="1096" y="10508"/>
                    </a:moveTo>
                    <a:cubicBezTo>
                      <a:pt x="812" y="10424"/>
                      <a:pt x="594" y="10168"/>
                      <a:pt x="547" y="9877"/>
                    </a:cubicBezTo>
                    <a:cubicBezTo>
                      <a:pt x="1705" y="9878"/>
                      <a:pt x="2864" y="9877"/>
                      <a:pt x="4022" y="9877"/>
                    </a:cubicBezTo>
                    <a:cubicBezTo>
                      <a:pt x="4055" y="10133"/>
                      <a:pt x="4182" y="10366"/>
                      <a:pt x="4363" y="10548"/>
                    </a:cubicBezTo>
                    <a:cubicBezTo>
                      <a:pt x="3428" y="10548"/>
                      <a:pt x="2493" y="10548"/>
                      <a:pt x="1558" y="10548"/>
                    </a:cubicBezTo>
                    <a:cubicBezTo>
                      <a:pt x="1404" y="10547"/>
                      <a:pt x="1245" y="10560"/>
                      <a:pt x="1096" y="10508"/>
                    </a:cubicBezTo>
                    <a:moveTo>
                      <a:pt x="4304" y="9772"/>
                    </a:moveTo>
                    <a:cubicBezTo>
                      <a:pt x="4317" y="9689"/>
                      <a:pt x="4265" y="9583"/>
                      <a:pt x="4168" y="9594"/>
                    </a:cubicBezTo>
                    <a:cubicBezTo>
                      <a:pt x="3263" y="9593"/>
                      <a:pt x="2358" y="9593"/>
                      <a:pt x="1453" y="9594"/>
                    </a:cubicBezTo>
                    <a:cubicBezTo>
                      <a:pt x="1452" y="9034"/>
                      <a:pt x="1449" y="8473"/>
                      <a:pt x="1454" y="7913"/>
                    </a:cubicBezTo>
                    <a:cubicBezTo>
                      <a:pt x="1863" y="7504"/>
                      <a:pt x="2278" y="7102"/>
                      <a:pt x="2686" y="6693"/>
                    </a:cubicBezTo>
                    <a:cubicBezTo>
                      <a:pt x="2863" y="6860"/>
                      <a:pt x="3025" y="7042"/>
                      <a:pt x="3207" y="7204"/>
                    </a:cubicBezTo>
                    <a:cubicBezTo>
                      <a:pt x="3455" y="7419"/>
                      <a:pt x="3854" y="7418"/>
                      <a:pt x="4100" y="7200"/>
                    </a:cubicBezTo>
                    <a:cubicBezTo>
                      <a:pt x="4284" y="7036"/>
                      <a:pt x="4450" y="6853"/>
                      <a:pt x="4627" y="6682"/>
                    </a:cubicBezTo>
                    <a:cubicBezTo>
                      <a:pt x="5065" y="7099"/>
                      <a:pt x="5495" y="7525"/>
                      <a:pt x="5930" y="7946"/>
                    </a:cubicBezTo>
                    <a:cubicBezTo>
                      <a:pt x="5934" y="8554"/>
                      <a:pt x="5930" y="9162"/>
                      <a:pt x="5932" y="9771"/>
                    </a:cubicBezTo>
                    <a:cubicBezTo>
                      <a:pt x="5930" y="10154"/>
                      <a:pt x="5607" y="10497"/>
                      <a:pt x="5231" y="10545"/>
                    </a:cubicBezTo>
                    <a:cubicBezTo>
                      <a:pt x="4776" y="10621"/>
                      <a:pt x="4303" y="10238"/>
                      <a:pt x="4304" y="9772"/>
                    </a:cubicBezTo>
                    <a:moveTo>
                      <a:pt x="556" y="9124"/>
                    </a:moveTo>
                    <a:cubicBezTo>
                      <a:pt x="498" y="9081"/>
                      <a:pt x="440" y="9038"/>
                      <a:pt x="383" y="8994"/>
                    </a:cubicBezTo>
                    <a:cubicBezTo>
                      <a:pt x="636" y="8722"/>
                      <a:pt x="904" y="8465"/>
                      <a:pt x="1168" y="8203"/>
                    </a:cubicBezTo>
                    <a:cubicBezTo>
                      <a:pt x="1169" y="8298"/>
                      <a:pt x="1169" y="8393"/>
                      <a:pt x="1168" y="8489"/>
                    </a:cubicBezTo>
                    <a:cubicBezTo>
                      <a:pt x="1161" y="8853"/>
                      <a:pt x="1166" y="9218"/>
                      <a:pt x="1166" y="9582"/>
                    </a:cubicBezTo>
                    <a:cubicBezTo>
                      <a:pt x="964" y="9428"/>
                      <a:pt x="761" y="9274"/>
                      <a:pt x="556" y="9124"/>
                    </a:cubicBezTo>
                    <a:moveTo>
                      <a:pt x="6217" y="9560"/>
                    </a:moveTo>
                    <a:cubicBezTo>
                      <a:pt x="6213" y="9113"/>
                      <a:pt x="6212" y="8665"/>
                      <a:pt x="6217" y="8218"/>
                    </a:cubicBezTo>
                    <a:cubicBezTo>
                      <a:pt x="6470" y="8477"/>
                      <a:pt x="6737" y="8721"/>
                      <a:pt x="6991" y="8979"/>
                    </a:cubicBezTo>
                    <a:cubicBezTo>
                      <a:pt x="6934" y="9019"/>
                      <a:pt x="6877" y="9059"/>
                      <a:pt x="6821" y="9100"/>
                    </a:cubicBezTo>
                    <a:cubicBezTo>
                      <a:pt x="6683" y="9199"/>
                      <a:pt x="6551" y="9308"/>
                      <a:pt x="6412" y="9405"/>
                    </a:cubicBezTo>
                    <a:lnTo>
                      <a:pt x="6412" y="9413"/>
                    </a:lnTo>
                    <a:cubicBezTo>
                      <a:pt x="6346" y="9461"/>
                      <a:pt x="6281" y="9510"/>
                      <a:pt x="6217" y="9560"/>
                    </a:cubicBezTo>
                    <a:moveTo>
                      <a:pt x="288" y="8671"/>
                    </a:moveTo>
                    <a:cubicBezTo>
                      <a:pt x="287" y="7510"/>
                      <a:pt x="287" y="6348"/>
                      <a:pt x="287" y="5187"/>
                    </a:cubicBezTo>
                    <a:cubicBezTo>
                      <a:pt x="279" y="5014"/>
                      <a:pt x="370" y="4831"/>
                      <a:pt x="537" y="4767"/>
                    </a:cubicBezTo>
                    <a:cubicBezTo>
                      <a:pt x="610" y="4739"/>
                      <a:pt x="713" y="4696"/>
                      <a:pt x="769" y="4774"/>
                    </a:cubicBezTo>
                    <a:cubicBezTo>
                      <a:pt x="1337" y="5347"/>
                      <a:pt x="1912" y="5914"/>
                      <a:pt x="2479" y="6488"/>
                    </a:cubicBezTo>
                    <a:cubicBezTo>
                      <a:pt x="2198" y="6774"/>
                      <a:pt x="1913" y="7056"/>
                      <a:pt x="1630" y="7340"/>
                    </a:cubicBezTo>
                    <a:cubicBezTo>
                      <a:pt x="1171" y="7772"/>
                      <a:pt x="740" y="8232"/>
                      <a:pt x="288" y="8671"/>
                    </a:cubicBezTo>
                    <a:moveTo>
                      <a:pt x="4834" y="6471"/>
                    </a:moveTo>
                    <a:cubicBezTo>
                      <a:pt x="5407" y="5907"/>
                      <a:pt x="5980" y="5344"/>
                      <a:pt x="6545" y="4772"/>
                    </a:cubicBezTo>
                    <a:cubicBezTo>
                      <a:pt x="6611" y="4693"/>
                      <a:pt x="6729" y="4735"/>
                      <a:pt x="6809" y="4767"/>
                    </a:cubicBezTo>
                    <a:cubicBezTo>
                      <a:pt x="6976" y="4831"/>
                      <a:pt x="7069" y="5012"/>
                      <a:pt x="7060" y="5185"/>
                    </a:cubicBezTo>
                    <a:cubicBezTo>
                      <a:pt x="7059" y="6339"/>
                      <a:pt x="7063" y="7493"/>
                      <a:pt x="7059" y="8646"/>
                    </a:cubicBezTo>
                    <a:cubicBezTo>
                      <a:pt x="6323" y="7915"/>
                      <a:pt x="5566" y="7206"/>
                      <a:pt x="4834" y="6471"/>
                    </a:cubicBezTo>
                    <a:moveTo>
                      <a:pt x="13108" y="7314"/>
                    </a:moveTo>
                    <a:cubicBezTo>
                      <a:pt x="12970" y="7256"/>
                      <a:pt x="12946" y="7048"/>
                      <a:pt x="13070" y="6962"/>
                    </a:cubicBezTo>
                    <a:cubicBezTo>
                      <a:pt x="13176" y="6866"/>
                      <a:pt x="13361" y="6927"/>
                      <a:pt x="13399" y="7061"/>
                    </a:cubicBezTo>
                    <a:cubicBezTo>
                      <a:pt x="13465" y="7225"/>
                      <a:pt x="13262" y="7404"/>
                      <a:pt x="13108" y="7314"/>
                    </a:cubicBezTo>
                    <a:moveTo>
                      <a:pt x="3212" y="6812"/>
                    </a:moveTo>
                    <a:cubicBezTo>
                      <a:pt x="2520" y="6118"/>
                      <a:pt x="1826" y="5425"/>
                      <a:pt x="1132" y="4731"/>
                    </a:cubicBezTo>
                    <a:cubicBezTo>
                      <a:pt x="2815" y="4729"/>
                      <a:pt x="4498" y="4730"/>
                      <a:pt x="6180" y="4731"/>
                    </a:cubicBezTo>
                    <a:cubicBezTo>
                      <a:pt x="5453" y="5460"/>
                      <a:pt x="4715" y="6178"/>
                      <a:pt x="3992" y="6911"/>
                    </a:cubicBezTo>
                    <a:cubicBezTo>
                      <a:pt x="3887" y="7024"/>
                      <a:pt x="3730" y="7114"/>
                      <a:pt x="3571" y="7074"/>
                    </a:cubicBezTo>
                    <a:cubicBezTo>
                      <a:pt x="3419" y="7042"/>
                      <a:pt x="3318" y="6915"/>
                      <a:pt x="3212" y="6812"/>
                    </a:cubicBezTo>
                    <a:moveTo>
                      <a:pt x="746" y="3704"/>
                    </a:moveTo>
                    <a:cubicBezTo>
                      <a:pt x="747" y="3585"/>
                      <a:pt x="741" y="3467"/>
                      <a:pt x="748" y="3348"/>
                    </a:cubicBezTo>
                    <a:cubicBezTo>
                      <a:pt x="761" y="3177"/>
                      <a:pt x="919" y="3024"/>
                      <a:pt x="1095" y="3033"/>
                    </a:cubicBezTo>
                    <a:cubicBezTo>
                      <a:pt x="3448" y="3034"/>
                      <a:pt x="5801" y="3033"/>
                      <a:pt x="8154" y="3035"/>
                    </a:cubicBezTo>
                    <a:cubicBezTo>
                      <a:pt x="8266" y="3027"/>
                      <a:pt x="8383" y="3065"/>
                      <a:pt x="8455" y="3154"/>
                    </a:cubicBezTo>
                    <a:cubicBezTo>
                      <a:pt x="8592" y="3303"/>
                      <a:pt x="8524" y="3521"/>
                      <a:pt x="8541" y="3702"/>
                    </a:cubicBezTo>
                    <a:cubicBezTo>
                      <a:pt x="5943" y="3704"/>
                      <a:pt x="3344" y="3704"/>
                      <a:pt x="746" y="3704"/>
                    </a:cubicBezTo>
                    <a:moveTo>
                      <a:pt x="8826" y="3702"/>
                    </a:moveTo>
                    <a:cubicBezTo>
                      <a:pt x="8827" y="3477"/>
                      <a:pt x="8855" y="3237"/>
                      <a:pt x="8734" y="3034"/>
                    </a:cubicBezTo>
                    <a:cubicBezTo>
                      <a:pt x="10964" y="3036"/>
                      <a:pt x="13194" y="3031"/>
                      <a:pt x="15424" y="3037"/>
                    </a:cubicBezTo>
                    <a:cubicBezTo>
                      <a:pt x="15612" y="3026"/>
                      <a:pt x="15784" y="3202"/>
                      <a:pt x="15772" y="3389"/>
                    </a:cubicBezTo>
                    <a:cubicBezTo>
                      <a:pt x="15768" y="3568"/>
                      <a:pt x="15596" y="3712"/>
                      <a:pt x="15421" y="3701"/>
                    </a:cubicBezTo>
                    <a:cubicBezTo>
                      <a:pt x="13223" y="3705"/>
                      <a:pt x="11025" y="3703"/>
                      <a:pt x="8826" y="3702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8" name="Freeform 339"/>
              <p:cNvSpPr/>
              <p:nvPr/>
            </p:nvSpPr>
            <p:spPr bwMode="auto">
              <a:xfrm flipV="1">
                <a:off x="9445" y="1340"/>
                <a:ext cx="337" cy="66"/>
              </a:xfrm>
              <a:custGeom>
                <a:avLst/>
                <a:gdLst>
                  <a:gd name="T0" fmla="*/ 118 w 1484"/>
                  <a:gd name="T1" fmla="*/ 276 h 292"/>
                  <a:gd name="T2" fmla="*/ 175 w 1484"/>
                  <a:gd name="T3" fmla="*/ 288 h 292"/>
                  <a:gd name="T4" fmla="*/ 1312 w 1484"/>
                  <a:gd name="T5" fmla="*/ 288 h 292"/>
                  <a:gd name="T6" fmla="*/ 1436 w 1484"/>
                  <a:gd name="T7" fmla="*/ 88 h 292"/>
                  <a:gd name="T8" fmla="*/ 1276 w 1484"/>
                  <a:gd name="T9" fmla="*/ 8 h 292"/>
                  <a:gd name="T10" fmla="*/ 143 w 1484"/>
                  <a:gd name="T11" fmla="*/ 12 h 292"/>
                  <a:gd name="T12" fmla="*/ 118 w 1484"/>
                  <a:gd name="T13" fmla="*/ 276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4" h="292">
                    <a:moveTo>
                      <a:pt x="118" y="276"/>
                    </a:moveTo>
                    <a:cubicBezTo>
                      <a:pt x="132" y="279"/>
                      <a:pt x="161" y="285"/>
                      <a:pt x="175" y="288"/>
                    </a:cubicBezTo>
                    <a:cubicBezTo>
                      <a:pt x="554" y="290"/>
                      <a:pt x="933" y="291"/>
                      <a:pt x="1312" y="288"/>
                    </a:cubicBezTo>
                    <a:cubicBezTo>
                      <a:pt x="1409" y="292"/>
                      <a:pt x="1484" y="173"/>
                      <a:pt x="1436" y="88"/>
                    </a:cubicBezTo>
                    <a:cubicBezTo>
                      <a:pt x="1409" y="27"/>
                      <a:pt x="1339" y="0"/>
                      <a:pt x="1276" y="8"/>
                    </a:cubicBezTo>
                    <a:cubicBezTo>
                      <a:pt x="898" y="10"/>
                      <a:pt x="520" y="2"/>
                      <a:pt x="143" y="12"/>
                    </a:cubicBezTo>
                    <a:cubicBezTo>
                      <a:pt x="18" y="39"/>
                      <a:pt x="0" y="227"/>
                      <a:pt x="118" y="276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9" name="Freeform 340"/>
              <p:cNvSpPr/>
              <p:nvPr/>
            </p:nvSpPr>
            <p:spPr bwMode="auto">
              <a:xfrm flipV="1">
                <a:off x="9442" y="1460"/>
                <a:ext cx="660" cy="66"/>
              </a:xfrm>
              <a:custGeom>
                <a:avLst/>
                <a:gdLst>
                  <a:gd name="T0" fmla="*/ 134 w 2909"/>
                  <a:gd name="T1" fmla="*/ 277 h 291"/>
                  <a:gd name="T2" fmla="*/ 189 w 2909"/>
                  <a:gd name="T3" fmla="*/ 288 h 291"/>
                  <a:gd name="T4" fmla="*/ 2739 w 2909"/>
                  <a:gd name="T5" fmla="*/ 288 h 291"/>
                  <a:gd name="T6" fmla="*/ 2861 w 2909"/>
                  <a:gd name="T7" fmla="*/ 89 h 291"/>
                  <a:gd name="T8" fmla="*/ 2701 w 2909"/>
                  <a:gd name="T9" fmla="*/ 7 h 291"/>
                  <a:gd name="T10" fmla="*/ 187 w 2909"/>
                  <a:gd name="T11" fmla="*/ 9 h 291"/>
                  <a:gd name="T12" fmla="*/ 134 w 2909"/>
                  <a:gd name="T13" fmla="*/ 277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09" h="291">
                    <a:moveTo>
                      <a:pt x="134" y="277"/>
                    </a:moveTo>
                    <a:cubicBezTo>
                      <a:pt x="147" y="279"/>
                      <a:pt x="175" y="285"/>
                      <a:pt x="189" y="288"/>
                    </a:cubicBezTo>
                    <a:cubicBezTo>
                      <a:pt x="1039" y="290"/>
                      <a:pt x="1889" y="291"/>
                      <a:pt x="2739" y="288"/>
                    </a:cubicBezTo>
                    <a:cubicBezTo>
                      <a:pt x="2834" y="291"/>
                      <a:pt x="2909" y="173"/>
                      <a:pt x="2861" y="89"/>
                    </a:cubicBezTo>
                    <a:cubicBezTo>
                      <a:pt x="2834" y="27"/>
                      <a:pt x="2765" y="0"/>
                      <a:pt x="2701" y="7"/>
                    </a:cubicBezTo>
                    <a:cubicBezTo>
                      <a:pt x="1863" y="8"/>
                      <a:pt x="1025" y="5"/>
                      <a:pt x="187" y="9"/>
                    </a:cubicBezTo>
                    <a:cubicBezTo>
                      <a:pt x="44" y="4"/>
                      <a:pt x="0" y="225"/>
                      <a:pt x="134" y="277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0" name="Freeform 341"/>
              <p:cNvSpPr/>
              <p:nvPr/>
            </p:nvSpPr>
            <p:spPr bwMode="auto">
              <a:xfrm flipV="1">
                <a:off x="8766" y="1519"/>
                <a:ext cx="118" cy="86"/>
              </a:xfrm>
              <a:custGeom>
                <a:avLst/>
                <a:gdLst>
                  <a:gd name="T0" fmla="*/ 103 w 522"/>
                  <a:gd name="T1" fmla="*/ 317 h 377"/>
                  <a:gd name="T2" fmla="*/ 416 w 522"/>
                  <a:gd name="T3" fmla="*/ 359 h 377"/>
                  <a:gd name="T4" fmla="*/ 452 w 522"/>
                  <a:gd name="T5" fmla="*/ 115 h 377"/>
                  <a:gd name="T6" fmla="*/ 68 w 522"/>
                  <a:gd name="T7" fmla="*/ 108 h 377"/>
                  <a:gd name="T8" fmla="*/ 103 w 522"/>
                  <a:gd name="T9" fmla="*/ 317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2" h="377">
                    <a:moveTo>
                      <a:pt x="103" y="317"/>
                    </a:moveTo>
                    <a:cubicBezTo>
                      <a:pt x="203" y="351"/>
                      <a:pt x="311" y="377"/>
                      <a:pt x="416" y="359"/>
                    </a:cubicBezTo>
                    <a:cubicBezTo>
                      <a:pt x="522" y="325"/>
                      <a:pt x="497" y="190"/>
                      <a:pt x="452" y="115"/>
                    </a:cubicBezTo>
                    <a:cubicBezTo>
                      <a:pt x="327" y="113"/>
                      <a:pt x="172" y="0"/>
                      <a:pt x="68" y="108"/>
                    </a:cubicBezTo>
                    <a:cubicBezTo>
                      <a:pt x="0" y="163"/>
                      <a:pt x="18" y="290"/>
                      <a:pt x="103" y="317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1" name="Freeform 342"/>
              <p:cNvSpPr/>
              <p:nvPr/>
            </p:nvSpPr>
            <p:spPr bwMode="auto">
              <a:xfrm flipV="1">
                <a:off x="9441" y="1579"/>
                <a:ext cx="661" cy="67"/>
              </a:xfrm>
              <a:custGeom>
                <a:avLst/>
                <a:gdLst>
                  <a:gd name="T0" fmla="*/ 135 w 2911"/>
                  <a:gd name="T1" fmla="*/ 275 h 296"/>
                  <a:gd name="T2" fmla="*/ 192 w 2911"/>
                  <a:gd name="T3" fmla="*/ 287 h 296"/>
                  <a:gd name="T4" fmla="*/ 2700 w 2911"/>
                  <a:gd name="T5" fmla="*/ 288 h 296"/>
                  <a:gd name="T6" fmla="*/ 2864 w 2911"/>
                  <a:gd name="T7" fmla="*/ 206 h 296"/>
                  <a:gd name="T8" fmla="*/ 2739 w 2911"/>
                  <a:gd name="T9" fmla="*/ 7 h 296"/>
                  <a:gd name="T10" fmla="*/ 192 w 2911"/>
                  <a:gd name="T11" fmla="*/ 7 h 296"/>
                  <a:gd name="T12" fmla="*/ 135 w 2911"/>
                  <a:gd name="T13" fmla="*/ 275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11" h="296">
                    <a:moveTo>
                      <a:pt x="135" y="275"/>
                    </a:moveTo>
                    <a:cubicBezTo>
                      <a:pt x="149" y="278"/>
                      <a:pt x="178" y="284"/>
                      <a:pt x="192" y="287"/>
                    </a:cubicBezTo>
                    <a:cubicBezTo>
                      <a:pt x="1028" y="290"/>
                      <a:pt x="1864" y="287"/>
                      <a:pt x="2700" y="288"/>
                    </a:cubicBezTo>
                    <a:cubicBezTo>
                      <a:pt x="2765" y="296"/>
                      <a:pt x="2837" y="269"/>
                      <a:pt x="2864" y="206"/>
                    </a:cubicBezTo>
                    <a:cubicBezTo>
                      <a:pt x="2911" y="121"/>
                      <a:pt x="2835" y="4"/>
                      <a:pt x="2739" y="7"/>
                    </a:cubicBezTo>
                    <a:cubicBezTo>
                      <a:pt x="1890" y="5"/>
                      <a:pt x="1041" y="5"/>
                      <a:pt x="192" y="7"/>
                    </a:cubicBezTo>
                    <a:cubicBezTo>
                      <a:pt x="47" y="0"/>
                      <a:pt x="0" y="222"/>
                      <a:pt x="135" y="275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2" name="Freeform 343"/>
              <p:cNvSpPr/>
              <p:nvPr/>
            </p:nvSpPr>
            <p:spPr bwMode="auto">
              <a:xfrm flipV="1">
                <a:off x="8578" y="1576"/>
                <a:ext cx="117" cy="100"/>
              </a:xfrm>
              <a:custGeom>
                <a:avLst/>
                <a:gdLst>
                  <a:gd name="T0" fmla="*/ 203 w 515"/>
                  <a:gd name="T1" fmla="*/ 370 h 441"/>
                  <a:gd name="T2" fmla="*/ 486 w 515"/>
                  <a:gd name="T3" fmla="*/ 318 h 441"/>
                  <a:gd name="T4" fmla="*/ 253 w 515"/>
                  <a:gd name="T5" fmla="*/ 63 h 441"/>
                  <a:gd name="T6" fmla="*/ 74 w 515"/>
                  <a:gd name="T7" fmla="*/ 286 h 441"/>
                  <a:gd name="T8" fmla="*/ 203 w 515"/>
                  <a:gd name="T9" fmla="*/ 370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5" h="441">
                    <a:moveTo>
                      <a:pt x="203" y="370"/>
                    </a:moveTo>
                    <a:cubicBezTo>
                      <a:pt x="291" y="409"/>
                      <a:pt x="454" y="441"/>
                      <a:pt x="486" y="318"/>
                    </a:cubicBezTo>
                    <a:cubicBezTo>
                      <a:pt x="515" y="171"/>
                      <a:pt x="361" y="108"/>
                      <a:pt x="253" y="63"/>
                    </a:cubicBezTo>
                    <a:cubicBezTo>
                      <a:pt x="128" y="0"/>
                      <a:pt x="0" y="180"/>
                      <a:pt x="74" y="286"/>
                    </a:cubicBezTo>
                    <a:cubicBezTo>
                      <a:pt x="107" y="327"/>
                      <a:pt x="156" y="349"/>
                      <a:pt x="203" y="37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3" name="Freeform 344"/>
              <p:cNvSpPr/>
              <p:nvPr/>
            </p:nvSpPr>
            <p:spPr bwMode="auto">
              <a:xfrm flipV="1">
                <a:off x="8433" y="1690"/>
                <a:ext cx="102" cy="111"/>
              </a:xfrm>
              <a:custGeom>
                <a:avLst/>
                <a:gdLst>
                  <a:gd name="T0" fmla="*/ 12 w 446"/>
                  <a:gd name="T1" fmla="*/ 298 h 485"/>
                  <a:gd name="T2" fmla="*/ 260 w 446"/>
                  <a:gd name="T3" fmla="*/ 467 h 485"/>
                  <a:gd name="T4" fmla="*/ 353 w 446"/>
                  <a:gd name="T5" fmla="*/ 242 h 485"/>
                  <a:gd name="T6" fmla="*/ 26 w 446"/>
                  <a:gd name="T7" fmla="*/ 99 h 485"/>
                  <a:gd name="T8" fmla="*/ 12 w 446"/>
                  <a:gd name="T9" fmla="*/ 298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6" h="485">
                    <a:moveTo>
                      <a:pt x="12" y="298"/>
                    </a:moveTo>
                    <a:cubicBezTo>
                      <a:pt x="90" y="359"/>
                      <a:pt x="143" y="485"/>
                      <a:pt x="260" y="467"/>
                    </a:cubicBezTo>
                    <a:cubicBezTo>
                      <a:pt x="369" y="465"/>
                      <a:pt x="446" y="319"/>
                      <a:pt x="353" y="242"/>
                    </a:cubicBezTo>
                    <a:cubicBezTo>
                      <a:pt x="265" y="163"/>
                      <a:pt x="159" y="0"/>
                      <a:pt x="26" y="99"/>
                    </a:cubicBezTo>
                    <a:cubicBezTo>
                      <a:pt x="0" y="161"/>
                      <a:pt x="16" y="232"/>
                      <a:pt x="12" y="29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4" name="Freeform 345"/>
              <p:cNvSpPr/>
              <p:nvPr/>
            </p:nvSpPr>
            <p:spPr bwMode="auto">
              <a:xfrm flipV="1">
                <a:off x="8304" y="1842"/>
                <a:ext cx="96" cy="107"/>
              </a:xfrm>
              <a:custGeom>
                <a:avLst/>
                <a:gdLst>
                  <a:gd name="T0" fmla="*/ 175 w 426"/>
                  <a:gd name="T1" fmla="*/ 432 h 468"/>
                  <a:gd name="T2" fmla="*/ 383 w 426"/>
                  <a:gd name="T3" fmla="*/ 395 h 468"/>
                  <a:gd name="T4" fmla="*/ 354 w 426"/>
                  <a:gd name="T5" fmla="*/ 195 h 468"/>
                  <a:gd name="T6" fmla="*/ 228 w 426"/>
                  <a:gd name="T7" fmla="*/ 31 h 468"/>
                  <a:gd name="T8" fmla="*/ 38 w 426"/>
                  <a:gd name="T9" fmla="*/ 82 h 468"/>
                  <a:gd name="T10" fmla="*/ 95 w 426"/>
                  <a:gd name="T11" fmla="*/ 307 h 468"/>
                  <a:gd name="T12" fmla="*/ 175 w 426"/>
                  <a:gd name="T13" fmla="*/ 432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6" h="468">
                    <a:moveTo>
                      <a:pt x="175" y="432"/>
                    </a:moveTo>
                    <a:cubicBezTo>
                      <a:pt x="242" y="468"/>
                      <a:pt x="332" y="448"/>
                      <a:pt x="383" y="395"/>
                    </a:cubicBezTo>
                    <a:cubicBezTo>
                      <a:pt x="426" y="331"/>
                      <a:pt x="383" y="255"/>
                      <a:pt x="354" y="195"/>
                    </a:cubicBezTo>
                    <a:cubicBezTo>
                      <a:pt x="318" y="137"/>
                      <a:pt x="298" y="57"/>
                      <a:pt x="228" y="31"/>
                    </a:cubicBezTo>
                    <a:cubicBezTo>
                      <a:pt x="165" y="0"/>
                      <a:pt x="68" y="8"/>
                      <a:pt x="38" y="82"/>
                    </a:cubicBezTo>
                    <a:cubicBezTo>
                      <a:pt x="0" y="162"/>
                      <a:pt x="68" y="235"/>
                      <a:pt x="95" y="307"/>
                    </a:cubicBezTo>
                    <a:cubicBezTo>
                      <a:pt x="119" y="350"/>
                      <a:pt x="125" y="411"/>
                      <a:pt x="175" y="432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5" name="Freeform 346"/>
              <p:cNvSpPr/>
              <p:nvPr/>
            </p:nvSpPr>
            <p:spPr bwMode="auto">
              <a:xfrm flipV="1">
                <a:off x="8240" y="2019"/>
                <a:ext cx="72" cy="123"/>
              </a:xfrm>
              <a:custGeom>
                <a:avLst/>
                <a:gdLst>
                  <a:gd name="T0" fmla="*/ 43 w 318"/>
                  <a:gd name="T1" fmla="*/ 399 h 540"/>
                  <a:gd name="T2" fmla="*/ 318 w 318"/>
                  <a:gd name="T3" fmla="*/ 391 h 540"/>
                  <a:gd name="T4" fmla="*/ 255 w 318"/>
                  <a:gd name="T5" fmla="*/ 73 h 540"/>
                  <a:gd name="T6" fmla="*/ 4 w 318"/>
                  <a:gd name="T7" fmla="*/ 110 h 540"/>
                  <a:gd name="T8" fmla="*/ 43 w 318"/>
                  <a:gd name="T9" fmla="*/ 399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540">
                    <a:moveTo>
                      <a:pt x="43" y="399"/>
                    </a:moveTo>
                    <a:cubicBezTo>
                      <a:pt x="82" y="520"/>
                      <a:pt x="307" y="540"/>
                      <a:pt x="318" y="391"/>
                    </a:cubicBezTo>
                    <a:cubicBezTo>
                      <a:pt x="304" y="283"/>
                      <a:pt x="273" y="179"/>
                      <a:pt x="255" y="73"/>
                    </a:cubicBezTo>
                    <a:cubicBezTo>
                      <a:pt x="175" y="32"/>
                      <a:pt x="43" y="0"/>
                      <a:pt x="4" y="110"/>
                    </a:cubicBezTo>
                    <a:cubicBezTo>
                      <a:pt x="0" y="207"/>
                      <a:pt x="10" y="308"/>
                      <a:pt x="43" y="399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6" name="Freeform 347"/>
              <p:cNvSpPr/>
              <p:nvPr/>
            </p:nvSpPr>
            <p:spPr bwMode="auto">
              <a:xfrm flipV="1">
                <a:off x="8211" y="2226"/>
                <a:ext cx="75" cy="113"/>
              </a:xfrm>
              <a:custGeom>
                <a:avLst/>
                <a:gdLst>
                  <a:gd name="T0" fmla="*/ 42 w 327"/>
                  <a:gd name="T1" fmla="*/ 127 h 496"/>
                  <a:gd name="T2" fmla="*/ 102 w 327"/>
                  <a:gd name="T3" fmla="*/ 483 h 496"/>
                  <a:gd name="T4" fmla="*/ 314 w 327"/>
                  <a:gd name="T5" fmla="*/ 411 h 496"/>
                  <a:gd name="T6" fmla="*/ 314 w 327"/>
                  <a:gd name="T7" fmla="*/ 127 h 496"/>
                  <a:gd name="T8" fmla="*/ 42 w 327"/>
                  <a:gd name="T9" fmla="*/ 127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7" h="496">
                    <a:moveTo>
                      <a:pt x="42" y="127"/>
                    </a:moveTo>
                    <a:cubicBezTo>
                      <a:pt x="41" y="246"/>
                      <a:pt x="0" y="393"/>
                      <a:pt x="102" y="483"/>
                    </a:cubicBezTo>
                    <a:cubicBezTo>
                      <a:pt x="178" y="480"/>
                      <a:pt x="278" y="496"/>
                      <a:pt x="314" y="411"/>
                    </a:cubicBezTo>
                    <a:cubicBezTo>
                      <a:pt x="325" y="317"/>
                      <a:pt x="327" y="221"/>
                      <a:pt x="314" y="127"/>
                    </a:cubicBezTo>
                    <a:cubicBezTo>
                      <a:pt x="265" y="32"/>
                      <a:pt x="68" y="0"/>
                      <a:pt x="42" y="127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7" name="Freeform 348"/>
              <p:cNvSpPr/>
              <p:nvPr/>
            </p:nvSpPr>
            <p:spPr bwMode="auto">
              <a:xfrm flipV="1">
                <a:off x="8244" y="2419"/>
                <a:ext cx="78" cy="119"/>
              </a:xfrm>
              <a:custGeom>
                <a:avLst/>
                <a:gdLst>
                  <a:gd name="T0" fmla="*/ 35 w 342"/>
                  <a:gd name="T1" fmla="*/ 472 h 527"/>
                  <a:gd name="T2" fmla="*/ 273 w 342"/>
                  <a:gd name="T3" fmla="*/ 433 h 527"/>
                  <a:gd name="T4" fmla="*/ 328 w 342"/>
                  <a:gd name="T5" fmla="*/ 128 h 527"/>
                  <a:gd name="T6" fmla="*/ 66 w 342"/>
                  <a:gd name="T7" fmla="*/ 164 h 527"/>
                  <a:gd name="T8" fmla="*/ 35 w 342"/>
                  <a:gd name="T9" fmla="*/ 472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2" h="527">
                    <a:moveTo>
                      <a:pt x="35" y="472"/>
                    </a:moveTo>
                    <a:cubicBezTo>
                      <a:pt x="114" y="488"/>
                      <a:pt x="226" y="527"/>
                      <a:pt x="273" y="433"/>
                    </a:cubicBezTo>
                    <a:cubicBezTo>
                      <a:pt x="300" y="335"/>
                      <a:pt x="342" y="230"/>
                      <a:pt x="328" y="128"/>
                    </a:cubicBezTo>
                    <a:cubicBezTo>
                      <a:pt x="286" y="0"/>
                      <a:pt x="93" y="53"/>
                      <a:pt x="66" y="164"/>
                    </a:cubicBezTo>
                    <a:cubicBezTo>
                      <a:pt x="38" y="263"/>
                      <a:pt x="0" y="370"/>
                      <a:pt x="35" y="472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8" name="Freeform 349"/>
              <p:cNvSpPr/>
              <p:nvPr/>
            </p:nvSpPr>
            <p:spPr bwMode="auto">
              <a:xfrm flipV="1">
                <a:off x="8323" y="2603"/>
                <a:ext cx="91" cy="109"/>
              </a:xfrm>
              <a:custGeom>
                <a:avLst/>
                <a:gdLst>
                  <a:gd name="T0" fmla="*/ 92 w 401"/>
                  <a:gd name="T1" fmla="*/ 446 h 480"/>
                  <a:gd name="T2" fmla="*/ 302 w 401"/>
                  <a:gd name="T3" fmla="*/ 374 h 480"/>
                  <a:gd name="T4" fmla="*/ 380 w 401"/>
                  <a:gd name="T5" fmla="*/ 126 h 480"/>
                  <a:gd name="T6" fmla="*/ 191 w 401"/>
                  <a:gd name="T7" fmla="*/ 52 h 480"/>
                  <a:gd name="T8" fmla="*/ 12 w 401"/>
                  <a:gd name="T9" fmla="*/ 322 h 480"/>
                  <a:gd name="T10" fmla="*/ 92 w 401"/>
                  <a:gd name="T11" fmla="*/ 446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1" h="480">
                    <a:moveTo>
                      <a:pt x="92" y="446"/>
                    </a:moveTo>
                    <a:cubicBezTo>
                      <a:pt x="167" y="480"/>
                      <a:pt x="267" y="452"/>
                      <a:pt x="302" y="374"/>
                    </a:cubicBezTo>
                    <a:cubicBezTo>
                      <a:pt x="342" y="298"/>
                      <a:pt x="401" y="216"/>
                      <a:pt x="380" y="126"/>
                    </a:cubicBezTo>
                    <a:cubicBezTo>
                      <a:pt x="340" y="73"/>
                      <a:pt x="259" y="0"/>
                      <a:pt x="191" y="52"/>
                    </a:cubicBezTo>
                    <a:cubicBezTo>
                      <a:pt x="115" y="128"/>
                      <a:pt x="36" y="215"/>
                      <a:pt x="12" y="322"/>
                    </a:cubicBezTo>
                    <a:cubicBezTo>
                      <a:pt x="0" y="380"/>
                      <a:pt x="39" y="429"/>
                      <a:pt x="92" y="446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9" name="Freeform 350"/>
              <p:cNvSpPr/>
              <p:nvPr/>
            </p:nvSpPr>
            <p:spPr bwMode="auto">
              <a:xfrm flipV="1">
                <a:off x="8447" y="2747"/>
                <a:ext cx="111" cy="110"/>
              </a:xfrm>
              <a:custGeom>
                <a:avLst/>
                <a:gdLst>
                  <a:gd name="T0" fmla="*/ 112 w 487"/>
                  <a:gd name="T1" fmla="*/ 410 h 485"/>
                  <a:gd name="T2" fmla="*/ 401 w 487"/>
                  <a:gd name="T3" fmla="*/ 245 h 485"/>
                  <a:gd name="T4" fmla="*/ 305 w 487"/>
                  <a:gd name="T5" fmla="*/ 17 h 485"/>
                  <a:gd name="T6" fmla="*/ 70 w 487"/>
                  <a:gd name="T7" fmla="*/ 201 h 485"/>
                  <a:gd name="T8" fmla="*/ 112 w 487"/>
                  <a:gd name="T9" fmla="*/ 410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7" h="485">
                    <a:moveTo>
                      <a:pt x="112" y="410"/>
                    </a:moveTo>
                    <a:cubicBezTo>
                      <a:pt x="251" y="485"/>
                      <a:pt x="320" y="323"/>
                      <a:pt x="401" y="245"/>
                    </a:cubicBezTo>
                    <a:cubicBezTo>
                      <a:pt x="487" y="175"/>
                      <a:pt x="418" y="6"/>
                      <a:pt x="305" y="17"/>
                    </a:cubicBezTo>
                    <a:cubicBezTo>
                      <a:pt x="185" y="0"/>
                      <a:pt x="144" y="135"/>
                      <a:pt x="70" y="201"/>
                    </a:cubicBezTo>
                    <a:cubicBezTo>
                      <a:pt x="0" y="261"/>
                      <a:pt x="25" y="381"/>
                      <a:pt x="112" y="4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0" name="Freeform 351"/>
              <p:cNvSpPr/>
              <p:nvPr/>
            </p:nvSpPr>
            <p:spPr bwMode="auto">
              <a:xfrm flipV="1">
                <a:off x="8611" y="2866"/>
                <a:ext cx="125" cy="97"/>
              </a:xfrm>
              <a:custGeom>
                <a:avLst/>
                <a:gdLst>
                  <a:gd name="T0" fmla="*/ 89 w 552"/>
                  <a:gd name="T1" fmla="*/ 367 h 424"/>
                  <a:gd name="T2" fmla="*/ 420 w 552"/>
                  <a:gd name="T3" fmla="*/ 290 h 424"/>
                  <a:gd name="T4" fmla="*/ 326 w 552"/>
                  <a:gd name="T5" fmla="*/ 37 h 424"/>
                  <a:gd name="T6" fmla="*/ 47 w 552"/>
                  <a:gd name="T7" fmla="*/ 167 h 424"/>
                  <a:gd name="T8" fmla="*/ 89 w 552"/>
                  <a:gd name="T9" fmla="*/ 367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2" h="424">
                    <a:moveTo>
                      <a:pt x="89" y="367"/>
                    </a:moveTo>
                    <a:cubicBezTo>
                      <a:pt x="199" y="424"/>
                      <a:pt x="318" y="330"/>
                      <a:pt x="420" y="290"/>
                    </a:cubicBezTo>
                    <a:cubicBezTo>
                      <a:pt x="552" y="229"/>
                      <a:pt x="464" y="0"/>
                      <a:pt x="326" y="37"/>
                    </a:cubicBezTo>
                    <a:cubicBezTo>
                      <a:pt x="229" y="66"/>
                      <a:pt x="119" y="90"/>
                      <a:pt x="47" y="167"/>
                    </a:cubicBezTo>
                    <a:cubicBezTo>
                      <a:pt x="0" y="231"/>
                      <a:pt x="28" y="323"/>
                      <a:pt x="89" y="367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1" name="Freeform 352"/>
              <p:cNvSpPr/>
              <p:nvPr/>
            </p:nvSpPr>
            <p:spPr bwMode="auto">
              <a:xfrm flipV="1">
                <a:off x="8796" y="2937"/>
                <a:ext cx="124" cy="73"/>
              </a:xfrm>
              <a:custGeom>
                <a:avLst/>
                <a:gdLst>
                  <a:gd name="T0" fmla="*/ 114 w 546"/>
                  <a:gd name="T1" fmla="*/ 293 h 324"/>
                  <a:gd name="T2" fmla="*/ 418 w 546"/>
                  <a:gd name="T3" fmla="*/ 290 h 324"/>
                  <a:gd name="T4" fmla="*/ 427 w 546"/>
                  <a:gd name="T5" fmla="*/ 22 h 324"/>
                  <a:gd name="T6" fmla="*/ 70 w 546"/>
                  <a:gd name="T7" fmla="*/ 84 h 324"/>
                  <a:gd name="T8" fmla="*/ 114 w 546"/>
                  <a:gd name="T9" fmla="*/ 293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6" h="324">
                    <a:moveTo>
                      <a:pt x="114" y="293"/>
                    </a:moveTo>
                    <a:cubicBezTo>
                      <a:pt x="210" y="324"/>
                      <a:pt x="318" y="293"/>
                      <a:pt x="418" y="290"/>
                    </a:cubicBezTo>
                    <a:cubicBezTo>
                      <a:pt x="504" y="236"/>
                      <a:pt x="546" y="60"/>
                      <a:pt x="427" y="22"/>
                    </a:cubicBezTo>
                    <a:cubicBezTo>
                      <a:pt x="306" y="0"/>
                      <a:pt x="174" y="16"/>
                      <a:pt x="70" y="84"/>
                    </a:cubicBezTo>
                    <a:cubicBezTo>
                      <a:pt x="0" y="146"/>
                      <a:pt x="41" y="254"/>
                      <a:pt x="114" y="293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2" name="Freeform 353"/>
              <p:cNvSpPr/>
              <p:nvPr/>
            </p:nvSpPr>
            <p:spPr bwMode="auto">
              <a:xfrm flipV="1">
                <a:off x="8997" y="2940"/>
                <a:ext cx="121" cy="83"/>
              </a:xfrm>
              <a:custGeom>
                <a:avLst/>
                <a:gdLst>
                  <a:gd name="T0" fmla="*/ 115 w 531"/>
                  <a:gd name="T1" fmla="*/ 311 h 369"/>
                  <a:gd name="T2" fmla="*/ 484 w 531"/>
                  <a:gd name="T3" fmla="*/ 241 h 369"/>
                  <a:gd name="T4" fmla="*/ 353 w 531"/>
                  <a:gd name="T5" fmla="*/ 38 h 369"/>
                  <a:gd name="T6" fmla="*/ 59 w 531"/>
                  <a:gd name="T7" fmla="*/ 98 h 369"/>
                  <a:gd name="T8" fmla="*/ 115 w 531"/>
                  <a:gd name="T9" fmla="*/ 311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1" h="369">
                    <a:moveTo>
                      <a:pt x="115" y="311"/>
                    </a:moveTo>
                    <a:cubicBezTo>
                      <a:pt x="236" y="315"/>
                      <a:pt x="411" y="369"/>
                      <a:pt x="484" y="241"/>
                    </a:cubicBezTo>
                    <a:cubicBezTo>
                      <a:pt x="531" y="150"/>
                      <a:pt x="456" y="30"/>
                      <a:pt x="353" y="38"/>
                    </a:cubicBezTo>
                    <a:cubicBezTo>
                      <a:pt x="255" y="46"/>
                      <a:pt x="123" y="0"/>
                      <a:pt x="59" y="98"/>
                    </a:cubicBezTo>
                    <a:cubicBezTo>
                      <a:pt x="0" y="167"/>
                      <a:pt x="38" y="274"/>
                      <a:pt x="115" y="31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3" name="Freeform 354"/>
              <p:cNvSpPr/>
              <p:nvPr/>
            </p:nvSpPr>
            <p:spPr bwMode="auto">
              <a:xfrm flipV="1">
                <a:off x="9195" y="2940"/>
                <a:ext cx="116" cy="84"/>
              </a:xfrm>
              <a:custGeom>
                <a:avLst/>
                <a:gdLst>
                  <a:gd name="T0" fmla="*/ 122 w 509"/>
                  <a:gd name="T1" fmla="*/ 314 h 373"/>
                  <a:gd name="T2" fmla="*/ 491 w 509"/>
                  <a:gd name="T3" fmla="*/ 246 h 373"/>
                  <a:gd name="T4" fmla="*/ 495 w 509"/>
                  <a:gd name="T5" fmla="*/ 120 h 373"/>
                  <a:gd name="T6" fmla="*/ 147 w 509"/>
                  <a:gd name="T7" fmla="*/ 45 h 373"/>
                  <a:gd name="T8" fmla="*/ 122 w 509"/>
                  <a:gd name="T9" fmla="*/ 314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9" h="373">
                    <a:moveTo>
                      <a:pt x="122" y="314"/>
                    </a:moveTo>
                    <a:cubicBezTo>
                      <a:pt x="242" y="320"/>
                      <a:pt x="417" y="373"/>
                      <a:pt x="491" y="246"/>
                    </a:cubicBezTo>
                    <a:cubicBezTo>
                      <a:pt x="507" y="205"/>
                      <a:pt x="509" y="163"/>
                      <a:pt x="495" y="120"/>
                    </a:cubicBezTo>
                    <a:cubicBezTo>
                      <a:pt x="422" y="0"/>
                      <a:pt x="263" y="47"/>
                      <a:pt x="147" y="45"/>
                    </a:cubicBezTo>
                    <a:cubicBezTo>
                      <a:pt x="22" y="69"/>
                      <a:pt x="0" y="264"/>
                      <a:pt x="122" y="314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4" name="Freeform 355"/>
              <p:cNvSpPr/>
              <p:nvPr/>
            </p:nvSpPr>
            <p:spPr bwMode="auto">
              <a:xfrm flipV="1">
                <a:off x="9397" y="2940"/>
                <a:ext cx="121" cy="83"/>
              </a:xfrm>
              <a:custGeom>
                <a:avLst/>
                <a:gdLst>
                  <a:gd name="T0" fmla="*/ 114 w 531"/>
                  <a:gd name="T1" fmla="*/ 310 h 369"/>
                  <a:gd name="T2" fmla="*/ 483 w 531"/>
                  <a:gd name="T3" fmla="*/ 242 h 369"/>
                  <a:gd name="T4" fmla="*/ 355 w 531"/>
                  <a:gd name="T5" fmla="*/ 38 h 369"/>
                  <a:gd name="T6" fmla="*/ 58 w 531"/>
                  <a:gd name="T7" fmla="*/ 99 h 369"/>
                  <a:gd name="T8" fmla="*/ 114 w 531"/>
                  <a:gd name="T9" fmla="*/ 310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1" h="369">
                    <a:moveTo>
                      <a:pt x="114" y="310"/>
                    </a:moveTo>
                    <a:cubicBezTo>
                      <a:pt x="234" y="315"/>
                      <a:pt x="409" y="369"/>
                      <a:pt x="483" y="242"/>
                    </a:cubicBezTo>
                    <a:cubicBezTo>
                      <a:pt x="531" y="152"/>
                      <a:pt x="457" y="31"/>
                      <a:pt x="355" y="38"/>
                    </a:cubicBezTo>
                    <a:cubicBezTo>
                      <a:pt x="256" y="46"/>
                      <a:pt x="122" y="0"/>
                      <a:pt x="58" y="99"/>
                    </a:cubicBezTo>
                    <a:cubicBezTo>
                      <a:pt x="0" y="168"/>
                      <a:pt x="38" y="273"/>
                      <a:pt x="114" y="3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5" name="Freeform 356"/>
              <p:cNvSpPr/>
              <p:nvPr/>
            </p:nvSpPr>
            <p:spPr bwMode="auto">
              <a:xfrm flipV="1">
                <a:off x="9595" y="2943"/>
                <a:ext cx="119" cy="77"/>
              </a:xfrm>
              <a:custGeom>
                <a:avLst/>
                <a:gdLst>
                  <a:gd name="T0" fmla="*/ 72 w 524"/>
                  <a:gd name="T1" fmla="*/ 248 h 341"/>
                  <a:gd name="T2" fmla="*/ 368 w 524"/>
                  <a:gd name="T3" fmla="*/ 306 h 341"/>
                  <a:gd name="T4" fmla="*/ 509 w 524"/>
                  <a:gd name="T5" fmla="*/ 100 h 341"/>
                  <a:gd name="T6" fmla="*/ 186 w 524"/>
                  <a:gd name="T7" fmla="*/ 24 h 341"/>
                  <a:gd name="T8" fmla="*/ 72 w 524"/>
                  <a:gd name="T9" fmla="*/ 248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4" h="341">
                    <a:moveTo>
                      <a:pt x="72" y="248"/>
                    </a:moveTo>
                    <a:cubicBezTo>
                      <a:pt x="141" y="341"/>
                      <a:pt x="270" y="299"/>
                      <a:pt x="368" y="306"/>
                    </a:cubicBezTo>
                    <a:cubicBezTo>
                      <a:pt x="479" y="316"/>
                      <a:pt x="524" y="192"/>
                      <a:pt x="509" y="100"/>
                    </a:cubicBezTo>
                    <a:cubicBezTo>
                      <a:pt x="430" y="0"/>
                      <a:pt x="298" y="21"/>
                      <a:pt x="186" y="24"/>
                    </a:cubicBezTo>
                    <a:cubicBezTo>
                      <a:pt x="78" y="14"/>
                      <a:pt x="0" y="166"/>
                      <a:pt x="72" y="24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6" name="Freeform 357"/>
              <p:cNvSpPr/>
              <p:nvPr/>
            </p:nvSpPr>
            <p:spPr bwMode="auto">
              <a:xfrm flipV="1">
                <a:off x="9798" y="2940"/>
                <a:ext cx="120" cy="84"/>
              </a:xfrm>
              <a:custGeom>
                <a:avLst/>
                <a:gdLst>
                  <a:gd name="T0" fmla="*/ 113 w 530"/>
                  <a:gd name="T1" fmla="*/ 310 h 370"/>
                  <a:gd name="T2" fmla="*/ 483 w 530"/>
                  <a:gd name="T3" fmla="*/ 242 h 370"/>
                  <a:gd name="T4" fmla="*/ 357 w 530"/>
                  <a:gd name="T5" fmla="*/ 39 h 370"/>
                  <a:gd name="T6" fmla="*/ 59 w 530"/>
                  <a:gd name="T7" fmla="*/ 98 h 370"/>
                  <a:gd name="T8" fmla="*/ 113 w 530"/>
                  <a:gd name="T9" fmla="*/ 31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0" h="370">
                    <a:moveTo>
                      <a:pt x="113" y="310"/>
                    </a:moveTo>
                    <a:cubicBezTo>
                      <a:pt x="233" y="317"/>
                      <a:pt x="410" y="370"/>
                      <a:pt x="483" y="242"/>
                    </a:cubicBezTo>
                    <a:cubicBezTo>
                      <a:pt x="530" y="153"/>
                      <a:pt x="458" y="34"/>
                      <a:pt x="357" y="39"/>
                    </a:cubicBezTo>
                    <a:cubicBezTo>
                      <a:pt x="259" y="47"/>
                      <a:pt x="124" y="0"/>
                      <a:pt x="59" y="98"/>
                    </a:cubicBezTo>
                    <a:cubicBezTo>
                      <a:pt x="0" y="166"/>
                      <a:pt x="36" y="274"/>
                      <a:pt x="113" y="3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7" name="Freeform 358"/>
              <p:cNvSpPr/>
              <p:nvPr/>
            </p:nvSpPr>
            <p:spPr bwMode="auto">
              <a:xfrm flipV="1">
                <a:off x="9996" y="2939"/>
                <a:ext cx="116" cy="85"/>
              </a:xfrm>
              <a:custGeom>
                <a:avLst/>
                <a:gdLst>
                  <a:gd name="T0" fmla="*/ 123 w 510"/>
                  <a:gd name="T1" fmla="*/ 314 h 374"/>
                  <a:gd name="T2" fmla="*/ 492 w 510"/>
                  <a:gd name="T3" fmla="*/ 246 h 374"/>
                  <a:gd name="T4" fmla="*/ 495 w 510"/>
                  <a:gd name="T5" fmla="*/ 120 h 374"/>
                  <a:gd name="T6" fmla="*/ 149 w 510"/>
                  <a:gd name="T7" fmla="*/ 45 h 374"/>
                  <a:gd name="T8" fmla="*/ 123 w 510"/>
                  <a:gd name="T9" fmla="*/ 31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0" h="374">
                    <a:moveTo>
                      <a:pt x="123" y="314"/>
                    </a:moveTo>
                    <a:cubicBezTo>
                      <a:pt x="242" y="320"/>
                      <a:pt x="418" y="374"/>
                      <a:pt x="492" y="246"/>
                    </a:cubicBezTo>
                    <a:cubicBezTo>
                      <a:pt x="508" y="205"/>
                      <a:pt x="510" y="163"/>
                      <a:pt x="495" y="120"/>
                    </a:cubicBezTo>
                    <a:cubicBezTo>
                      <a:pt x="422" y="0"/>
                      <a:pt x="265" y="47"/>
                      <a:pt x="149" y="45"/>
                    </a:cubicBezTo>
                    <a:cubicBezTo>
                      <a:pt x="23" y="68"/>
                      <a:pt x="0" y="263"/>
                      <a:pt x="123" y="314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8" name="Freeform 359"/>
              <p:cNvSpPr/>
              <p:nvPr/>
            </p:nvSpPr>
            <p:spPr bwMode="auto">
              <a:xfrm flipV="1">
                <a:off x="10198" y="2940"/>
                <a:ext cx="121" cy="84"/>
              </a:xfrm>
              <a:custGeom>
                <a:avLst/>
                <a:gdLst>
                  <a:gd name="T0" fmla="*/ 115 w 532"/>
                  <a:gd name="T1" fmla="*/ 311 h 370"/>
                  <a:gd name="T2" fmla="*/ 484 w 532"/>
                  <a:gd name="T3" fmla="*/ 243 h 370"/>
                  <a:gd name="T4" fmla="*/ 356 w 532"/>
                  <a:gd name="T5" fmla="*/ 39 h 370"/>
                  <a:gd name="T6" fmla="*/ 60 w 532"/>
                  <a:gd name="T7" fmla="*/ 98 h 370"/>
                  <a:gd name="T8" fmla="*/ 115 w 532"/>
                  <a:gd name="T9" fmla="*/ 311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2" h="370">
                    <a:moveTo>
                      <a:pt x="115" y="311"/>
                    </a:moveTo>
                    <a:cubicBezTo>
                      <a:pt x="236" y="317"/>
                      <a:pt x="410" y="370"/>
                      <a:pt x="484" y="243"/>
                    </a:cubicBezTo>
                    <a:cubicBezTo>
                      <a:pt x="532" y="153"/>
                      <a:pt x="458" y="32"/>
                      <a:pt x="356" y="39"/>
                    </a:cubicBezTo>
                    <a:cubicBezTo>
                      <a:pt x="258" y="47"/>
                      <a:pt x="125" y="0"/>
                      <a:pt x="60" y="98"/>
                    </a:cubicBezTo>
                    <a:cubicBezTo>
                      <a:pt x="0" y="167"/>
                      <a:pt x="38" y="274"/>
                      <a:pt x="115" y="31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79" name="Freeform 360"/>
              <p:cNvSpPr/>
              <p:nvPr/>
            </p:nvSpPr>
            <p:spPr bwMode="auto">
              <a:xfrm flipV="1">
                <a:off x="10398" y="2940"/>
                <a:ext cx="121" cy="83"/>
              </a:xfrm>
              <a:custGeom>
                <a:avLst/>
                <a:gdLst>
                  <a:gd name="T0" fmla="*/ 116 w 532"/>
                  <a:gd name="T1" fmla="*/ 311 h 369"/>
                  <a:gd name="T2" fmla="*/ 484 w 532"/>
                  <a:gd name="T3" fmla="*/ 242 h 369"/>
                  <a:gd name="T4" fmla="*/ 355 w 532"/>
                  <a:gd name="T5" fmla="*/ 38 h 369"/>
                  <a:gd name="T6" fmla="*/ 62 w 532"/>
                  <a:gd name="T7" fmla="*/ 95 h 369"/>
                  <a:gd name="T8" fmla="*/ 116 w 532"/>
                  <a:gd name="T9" fmla="*/ 311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2" h="369">
                    <a:moveTo>
                      <a:pt x="116" y="311"/>
                    </a:moveTo>
                    <a:cubicBezTo>
                      <a:pt x="236" y="315"/>
                      <a:pt x="410" y="369"/>
                      <a:pt x="484" y="242"/>
                    </a:cubicBezTo>
                    <a:cubicBezTo>
                      <a:pt x="532" y="152"/>
                      <a:pt x="458" y="31"/>
                      <a:pt x="355" y="38"/>
                    </a:cubicBezTo>
                    <a:cubicBezTo>
                      <a:pt x="258" y="46"/>
                      <a:pt x="126" y="0"/>
                      <a:pt x="62" y="95"/>
                    </a:cubicBezTo>
                    <a:cubicBezTo>
                      <a:pt x="0" y="164"/>
                      <a:pt x="37" y="274"/>
                      <a:pt x="116" y="31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0" name="Freeform 361"/>
              <p:cNvSpPr/>
              <p:nvPr/>
            </p:nvSpPr>
            <p:spPr bwMode="auto">
              <a:xfrm flipV="1">
                <a:off x="10597" y="2949"/>
                <a:ext cx="119" cy="76"/>
              </a:xfrm>
              <a:custGeom>
                <a:avLst/>
                <a:gdLst>
                  <a:gd name="T0" fmla="*/ 123 w 524"/>
                  <a:gd name="T1" fmla="*/ 316 h 333"/>
                  <a:gd name="T2" fmla="*/ 422 w 524"/>
                  <a:gd name="T3" fmla="*/ 318 h 333"/>
                  <a:gd name="T4" fmla="*/ 494 w 524"/>
                  <a:gd name="T5" fmla="*/ 121 h 333"/>
                  <a:gd name="T6" fmla="*/ 147 w 524"/>
                  <a:gd name="T7" fmla="*/ 46 h 333"/>
                  <a:gd name="T8" fmla="*/ 123 w 524"/>
                  <a:gd name="T9" fmla="*/ 316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4" h="333">
                    <a:moveTo>
                      <a:pt x="123" y="316"/>
                    </a:moveTo>
                    <a:cubicBezTo>
                      <a:pt x="221" y="333"/>
                      <a:pt x="323" y="330"/>
                      <a:pt x="422" y="318"/>
                    </a:cubicBezTo>
                    <a:cubicBezTo>
                      <a:pt x="490" y="278"/>
                      <a:pt x="524" y="196"/>
                      <a:pt x="494" y="121"/>
                    </a:cubicBezTo>
                    <a:cubicBezTo>
                      <a:pt x="421" y="0"/>
                      <a:pt x="263" y="48"/>
                      <a:pt x="147" y="46"/>
                    </a:cubicBezTo>
                    <a:cubicBezTo>
                      <a:pt x="21" y="70"/>
                      <a:pt x="0" y="265"/>
                      <a:pt x="123" y="316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1" name="Freeform 362"/>
              <p:cNvSpPr/>
              <p:nvPr/>
            </p:nvSpPr>
            <p:spPr bwMode="auto">
              <a:xfrm flipV="1">
                <a:off x="11400" y="2940"/>
                <a:ext cx="120" cy="84"/>
              </a:xfrm>
              <a:custGeom>
                <a:avLst/>
                <a:gdLst>
                  <a:gd name="T0" fmla="*/ 114 w 528"/>
                  <a:gd name="T1" fmla="*/ 311 h 370"/>
                  <a:gd name="T2" fmla="*/ 485 w 528"/>
                  <a:gd name="T3" fmla="*/ 240 h 370"/>
                  <a:gd name="T4" fmla="*/ 356 w 528"/>
                  <a:gd name="T5" fmla="*/ 39 h 370"/>
                  <a:gd name="T6" fmla="*/ 58 w 528"/>
                  <a:gd name="T7" fmla="*/ 99 h 370"/>
                  <a:gd name="T8" fmla="*/ 114 w 528"/>
                  <a:gd name="T9" fmla="*/ 311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370">
                    <a:moveTo>
                      <a:pt x="114" y="311"/>
                    </a:moveTo>
                    <a:cubicBezTo>
                      <a:pt x="235" y="317"/>
                      <a:pt x="411" y="370"/>
                      <a:pt x="485" y="240"/>
                    </a:cubicBezTo>
                    <a:cubicBezTo>
                      <a:pt x="528" y="151"/>
                      <a:pt x="457" y="34"/>
                      <a:pt x="356" y="39"/>
                    </a:cubicBezTo>
                    <a:cubicBezTo>
                      <a:pt x="257" y="47"/>
                      <a:pt x="122" y="0"/>
                      <a:pt x="58" y="99"/>
                    </a:cubicBezTo>
                    <a:cubicBezTo>
                      <a:pt x="0" y="168"/>
                      <a:pt x="37" y="274"/>
                      <a:pt x="114" y="31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2" name="Freeform 363"/>
              <p:cNvSpPr/>
              <p:nvPr/>
            </p:nvSpPr>
            <p:spPr bwMode="auto">
              <a:xfrm flipV="1">
                <a:off x="11600" y="2940"/>
                <a:ext cx="121" cy="83"/>
              </a:xfrm>
              <a:custGeom>
                <a:avLst/>
                <a:gdLst>
                  <a:gd name="T0" fmla="*/ 114 w 531"/>
                  <a:gd name="T1" fmla="*/ 310 h 369"/>
                  <a:gd name="T2" fmla="*/ 484 w 531"/>
                  <a:gd name="T3" fmla="*/ 241 h 369"/>
                  <a:gd name="T4" fmla="*/ 356 w 531"/>
                  <a:gd name="T5" fmla="*/ 38 h 369"/>
                  <a:gd name="T6" fmla="*/ 61 w 531"/>
                  <a:gd name="T7" fmla="*/ 96 h 369"/>
                  <a:gd name="T8" fmla="*/ 114 w 531"/>
                  <a:gd name="T9" fmla="*/ 310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1" h="369">
                    <a:moveTo>
                      <a:pt x="114" y="310"/>
                    </a:moveTo>
                    <a:cubicBezTo>
                      <a:pt x="234" y="317"/>
                      <a:pt x="410" y="369"/>
                      <a:pt x="484" y="241"/>
                    </a:cubicBezTo>
                    <a:cubicBezTo>
                      <a:pt x="531" y="152"/>
                      <a:pt x="458" y="32"/>
                      <a:pt x="356" y="38"/>
                    </a:cubicBezTo>
                    <a:cubicBezTo>
                      <a:pt x="259" y="46"/>
                      <a:pt x="126" y="0"/>
                      <a:pt x="61" y="96"/>
                    </a:cubicBezTo>
                    <a:cubicBezTo>
                      <a:pt x="0" y="164"/>
                      <a:pt x="36" y="273"/>
                      <a:pt x="114" y="3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3" name="Freeform 364"/>
              <p:cNvSpPr/>
              <p:nvPr/>
            </p:nvSpPr>
            <p:spPr bwMode="auto">
              <a:xfrm flipV="1">
                <a:off x="11800" y="2940"/>
                <a:ext cx="121" cy="84"/>
              </a:xfrm>
              <a:custGeom>
                <a:avLst/>
                <a:gdLst>
                  <a:gd name="T0" fmla="*/ 113 w 530"/>
                  <a:gd name="T1" fmla="*/ 310 h 370"/>
                  <a:gd name="T2" fmla="*/ 484 w 530"/>
                  <a:gd name="T3" fmla="*/ 242 h 370"/>
                  <a:gd name="T4" fmla="*/ 357 w 530"/>
                  <a:gd name="T5" fmla="*/ 39 h 370"/>
                  <a:gd name="T6" fmla="*/ 60 w 530"/>
                  <a:gd name="T7" fmla="*/ 98 h 370"/>
                  <a:gd name="T8" fmla="*/ 113 w 530"/>
                  <a:gd name="T9" fmla="*/ 31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0" h="370">
                    <a:moveTo>
                      <a:pt x="113" y="310"/>
                    </a:moveTo>
                    <a:cubicBezTo>
                      <a:pt x="233" y="318"/>
                      <a:pt x="410" y="370"/>
                      <a:pt x="484" y="242"/>
                    </a:cubicBezTo>
                    <a:cubicBezTo>
                      <a:pt x="530" y="152"/>
                      <a:pt x="458" y="33"/>
                      <a:pt x="357" y="39"/>
                    </a:cubicBezTo>
                    <a:cubicBezTo>
                      <a:pt x="258" y="47"/>
                      <a:pt x="125" y="0"/>
                      <a:pt x="60" y="98"/>
                    </a:cubicBezTo>
                    <a:cubicBezTo>
                      <a:pt x="0" y="166"/>
                      <a:pt x="36" y="273"/>
                      <a:pt x="113" y="3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4" name="Freeform 365"/>
              <p:cNvSpPr/>
              <p:nvPr/>
            </p:nvSpPr>
            <p:spPr bwMode="auto">
              <a:xfrm flipV="1">
                <a:off x="11999" y="2949"/>
                <a:ext cx="119" cy="76"/>
              </a:xfrm>
              <a:custGeom>
                <a:avLst/>
                <a:gdLst>
                  <a:gd name="T0" fmla="*/ 123 w 524"/>
                  <a:gd name="T1" fmla="*/ 315 h 334"/>
                  <a:gd name="T2" fmla="*/ 423 w 524"/>
                  <a:gd name="T3" fmla="*/ 318 h 334"/>
                  <a:gd name="T4" fmla="*/ 495 w 524"/>
                  <a:gd name="T5" fmla="*/ 121 h 334"/>
                  <a:gd name="T6" fmla="*/ 147 w 524"/>
                  <a:gd name="T7" fmla="*/ 45 h 334"/>
                  <a:gd name="T8" fmla="*/ 123 w 524"/>
                  <a:gd name="T9" fmla="*/ 315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4" h="334">
                    <a:moveTo>
                      <a:pt x="123" y="315"/>
                    </a:moveTo>
                    <a:cubicBezTo>
                      <a:pt x="221" y="334"/>
                      <a:pt x="324" y="329"/>
                      <a:pt x="423" y="318"/>
                    </a:cubicBezTo>
                    <a:cubicBezTo>
                      <a:pt x="490" y="278"/>
                      <a:pt x="524" y="197"/>
                      <a:pt x="495" y="121"/>
                    </a:cubicBezTo>
                    <a:cubicBezTo>
                      <a:pt x="422" y="0"/>
                      <a:pt x="263" y="48"/>
                      <a:pt x="147" y="45"/>
                    </a:cubicBezTo>
                    <a:cubicBezTo>
                      <a:pt x="22" y="71"/>
                      <a:pt x="0" y="265"/>
                      <a:pt x="123" y="315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5" name="Freeform 366"/>
              <p:cNvSpPr/>
              <p:nvPr/>
            </p:nvSpPr>
            <p:spPr bwMode="auto">
              <a:xfrm flipV="1">
                <a:off x="12197" y="2943"/>
                <a:ext cx="120" cy="77"/>
              </a:xfrm>
              <a:custGeom>
                <a:avLst/>
                <a:gdLst>
                  <a:gd name="T0" fmla="*/ 75 w 527"/>
                  <a:gd name="T1" fmla="*/ 248 h 340"/>
                  <a:gd name="T2" fmla="*/ 371 w 527"/>
                  <a:gd name="T3" fmla="*/ 306 h 340"/>
                  <a:gd name="T4" fmla="*/ 512 w 527"/>
                  <a:gd name="T5" fmla="*/ 101 h 340"/>
                  <a:gd name="T6" fmla="*/ 189 w 527"/>
                  <a:gd name="T7" fmla="*/ 24 h 340"/>
                  <a:gd name="T8" fmla="*/ 75 w 527"/>
                  <a:gd name="T9" fmla="*/ 248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7" h="340">
                    <a:moveTo>
                      <a:pt x="75" y="248"/>
                    </a:moveTo>
                    <a:cubicBezTo>
                      <a:pt x="144" y="340"/>
                      <a:pt x="273" y="299"/>
                      <a:pt x="371" y="306"/>
                    </a:cubicBezTo>
                    <a:cubicBezTo>
                      <a:pt x="480" y="316"/>
                      <a:pt x="527" y="192"/>
                      <a:pt x="512" y="101"/>
                    </a:cubicBezTo>
                    <a:cubicBezTo>
                      <a:pt x="433" y="0"/>
                      <a:pt x="302" y="21"/>
                      <a:pt x="189" y="24"/>
                    </a:cubicBezTo>
                    <a:cubicBezTo>
                      <a:pt x="80" y="12"/>
                      <a:pt x="0" y="167"/>
                      <a:pt x="75" y="24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6" name="Freeform 367"/>
              <p:cNvSpPr/>
              <p:nvPr/>
            </p:nvSpPr>
            <p:spPr bwMode="auto">
              <a:xfrm flipV="1">
                <a:off x="12401" y="2940"/>
                <a:ext cx="120" cy="83"/>
              </a:xfrm>
              <a:custGeom>
                <a:avLst/>
                <a:gdLst>
                  <a:gd name="T0" fmla="*/ 113 w 529"/>
                  <a:gd name="T1" fmla="*/ 309 h 369"/>
                  <a:gd name="T2" fmla="*/ 485 w 529"/>
                  <a:gd name="T3" fmla="*/ 240 h 369"/>
                  <a:gd name="T4" fmla="*/ 356 w 529"/>
                  <a:gd name="T5" fmla="*/ 38 h 369"/>
                  <a:gd name="T6" fmla="*/ 60 w 529"/>
                  <a:gd name="T7" fmla="*/ 96 h 369"/>
                  <a:gd name="T8" fmla="*/ 113 w 529"/>
                  <a:gd name="T9" fmla="*/ 30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9" h="369">
                    <a:moveTo>
                      <a:pt x="113" y="309"/>
                    </a:moveTo>
                    <a:cubicBezTo>
                      <a:pt x="233" y="317"/>
                      <a:pt x="411" y="369"/>
                      <a:pt x="485" y="240"/>
                    </a:cubicBezTo>
                    <a:cubicBezTo>
                      <a:pt x="529" y="150"/>
                      <a:pt x="457" y="31"/>
                      <a:pt x="356" y="38"/>
                    </a:cubicBezTo>
                    <a:cubicBezTo>
                      <a:pt x="258" y="46"/>
                      <a:pt x="125" y="0"/>
                      <a:pt x="60" y="96"/>
                    </a:cubicBezTo>
                    <a:cubicBezTo>
                      <a:pt x="0" y="164"/>
                      <a:pt x="36" y="272"/>
                      <a:pt x="113" y="309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7" name="Freeform 368"/>
              <p:cNvSpPr/>
              <p:nvPr/>
            </p:nvSpPr>
            <p:spPr bwMode="auto">
              <a:xfrm flipV="1">
                <a:off x="12598" y="2963"/>
                <a:ext cx="123" cy="91"/>
              </a:xfrm>
              <a:custGeom>
                <a:avLst/>
                <a:gdLst>
                  <a:gd name="T0" fmla="*/ 92 w 538"/>
                  <a:gd name="T1" fmla="*/ 345 h 399"/>
                  <a:gd name="T2" fmla="*/ 466 w 538"/>
                  <a:gd name="T3" fmla="*/ 233 h 399"/>
                  <a:gd name="T4" fmla="*/ 330 w 538"/>
                  <a:gd name="T5" fmla="*/ 13 h 399"/>
                  <a:gd name="T6" fmla="*/ 72 w 538"/>
                  <a:gd name="T7" fmla="*/ 124 h 399"/>
                  <a:gd name="T8" fmla="*/ 92 w 538"/>
                  <a:gd name="T9" fmla="*/ 345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8" h="399">
                    <a:moveTo>
                      <a:pt x="92" y="345"/>
                    </a:moveTo>
                    <a:cubicBezTo>
                      <a:pt x="220" y="399"/>
                      <a:pt x="373" y="327"/>
                      <a:pt x="466" y="233"/>
                    </a:cubicBezTo>
                    <a:cubicBezTo>
                      <a:pt x="538" y="141"/>
                      <a:pt x="440" y="0"/>
                      <a:pt x="330" y="13"/>
                    </a:cubicBezTo>
                    <a:cubicBezTo>
                      <a:pt x="241" y="42"/>
                      <a:pt x="151" y="73"/>
                      <a:pt x="72" y="124"/>
                    </a:cubicBezTo>
                    <a:cubicBezTo>
                      <a:pt x="0" y="180"/>
                      <a:pt x="23" y="296"/>
                      <a:pt x="92" y="345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8" name="Freeform 369"/>
              <p:cNvSpPr/>
              <p:nvPr/>
            </p:nvSpPr>
            <p:spPr bwMode="auto">
              <a:xfrm flipV="1">
                <a:off x="12746" y="3094"/>
                <a:ext cx="103" cy="116"/>
              </a:xfrm>
              <a:custGeom>
                <a:avLst/>
                <a:gdLst>
                  <a:gd name="T0" fmla="*/ 84 w 452"/>
                  <a:gd name="T1" fmla="*/ 458 h 508"/>
                  <a:gd name="T2" fmla="*/ 242 w 452"/>
                  <a:gd name="T3" fmla="*/ 479 h 508"/>
                  <a:gd name="T4" fmla="*/ 399 w 452"/>
                  <a:gd name="T5" fmla="*/ 223 h 508"/>
                  <a:gd name="T6" fmla="*/ 145 w 452"/>
                  <a:gd name="T7" fmla="*/ 127 h 508"/>
                  <a:gd name="T8" fmla="*/ 84 w 452"/>
                  <a:gd name="T9" fmla="*/ 458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2" h="508">
                    <a:moveTo>
                      <a:pt x="84" y="458"/>
                    </a:moveTo>
                    <a:cubicBezTo>
                      <a:pt x="116" y="508"/>
                      <a:pt x="193" y="487"/>
                      <a:pt x="242" y="479"/>
                    </a:cubicBezTo>
                    <a:cubicBezTo>
                      <a:pt x="356" y="453"/>
                      <a:pt x="357" y="311"/>
                      <a:pt x="399" y="223"/>
                    </a:cubicBezTo>
                    <a:cubicBezTo>
                      <a:pt x="452" y="76"/>
                      <a:pt x="209" y="0"/>
                      <a:pt x="145" y="127"/>
                    </a:cubicBezTo>
                    <a:cubicBezTo>
                      <a:pt x="86" y="221"/>
                      <a:pt x="0" y="353"/>
                      <a:pt x="84" y="45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89" name="Freeform 370"/>
              <p:cNvSpPr/>
              <p:nvPr/>
            </p:nvSpPr>
            <p:spPr bwMode="auto">
              <a:xfrm flipV="1">
                <a:off x="12769" y="3288"/>
                <a:ext cx="83" cy="127"/>
              </a:xfrm>
              <a:custGeom>
                <a:avLst/>
                <a:gdLst>
                  <a:gd name="T0" fmla="*/ 148 w 363"/>
                  <a:gd name="T1" fmla="*/ 521 h 559"/>
                  <a:gd name="T2" fmla="*/ 363 w 363"/>
                  <a:gd name="T3" fmla="*/ 454 h 559"/>
                  <a:gd name="T4" fmla="*/ 310 w 363"/>
                  <a:gd name="T5" fmla="*/ 147 h 559"/>
                  <a:gd name="T6" fmla="*/ 37 w 363"/>
                  <a:gd name="T7" fmla="*/ 278 h 559"/>
                  <a:gd name="T8" fmla="*/ 148 w 363"/>
                  <a:gd name="T9" fmla="*/ 521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3" h="559">
                    <a:moveTo>
                      <a:pt x="148" y="521"/>
                    </a:moveTo>
                    <a:cubicBezTo>
                      <a:pt x="216" y="559"/>
                      <a:pt x="331" y="529"/>
                      <a:pt x="363" y="454"/>
                    </a:cubicBezTo>
                    <a:cubicBezTo>
                      <a:pt x="362" y="350"/>
                      <a:pt x="338" y="246"/>
                      <a:pt x="310" y="147"/>
                    </a:cubicBezTo>
                    <a:cubicBezTo>
                      <a:pt x="227" y="0"/>
                      <a:pt x="0" y="132"/>
                      <a:pt x="37" y="278"/>
                    </a:cubicBezTo>
                    <a:cubicBezTo>
                      <a:pt x="69" y="360"/>
                      <a:pt x="97" y="447"/>
                      <a:pt x="148" y="52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0" name="Freeform 371"/>
              <p:cNvSpPr/>
              <p:nvPr/>
            </p:nvSpPr>
            <p:spPr bwMode="auto">
              <a:xfrm flipV="1">
                <a:off x="10724" y="3299"/>
                <a:ext cx="68" cy="166"/>
              </a:xfrm>
              <a:custGeom>
                <a:avLst/>
                <a:gdLst>
                  <a:gd name="T0" fmla="*/ 122 w 300"/>
                  <a:gd name="T1" fmla="*/ 708 h 730"/>
                  <a:gd name="T2" fmla="*/ 294 w 300"/>
                  <a:gd name="T3" fmla="*/ 572 h 730"/>
                  <a:gd name="T4" fmla="*/ 292 w 300"/>
                  <a:gd name="T5" fmla="*/ 148 h 730"/>
                  <a:gd name="T6" fmla="*/ 23 w 300"/>
                  <a:gd name="T7" fmla="*/ 126 h 730"/>
                  <a:gd name="T8" fmla="*/ 13 w 300"/>
                  <a:gd name="T9" fmla="*/ 535 h 730"/>
                  <a:gd name="T10" fmla="*/ 122 w 300"/>
                  <a:gd name="T11" fmla="*/ 708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0" h="730">
                    <a:moveTo>
                      <a:pt x="122" y="708"/>
                    </a:moveTo>
                    <a:cubicBezTo>
                      <a:pt x="205" y="730"/>
                      <a:pt x="298" y="660"/>
                      <a:pt x="294" y="572"/>
                    </a:cubicBezTo>
                    <a:cubicBezTo>
                      <a:pt x="296" y="431"/>
                      <a:pt x="300" y="289"/>
                      <a:pt x="292" y="148"/>
                    </a:cubicBezTo>
                    <a:cubicBezTo>
                      <a:pt x="271" y="16"/>
                      <a:pt x="66" y="0"/>
                      <a:pt x="23" y="126"/>
                    </a:cubicBezTo>
                    <a:cubicBezTo>
                      <a:pt x="0" y="260"/>
                      <a:pt x="18" y="399"/>
                      <a:pt x="13" y="535"/>
                    </a:cubicBezTo>
                    <a:cubicBezTo>
                      <a:pt x="2" y="610"/>
                      <a:pt x="44" y="691"/>
                      <a:pt x="122" y="70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1" name="Freeform 372"/>
              <p:cNvSpPr/>
              <p:nvPr/>
            </p:nvSpPr>
            <p:spPr bwMode="auto">
              <a:xfrm flipV="1">
                <a:off x="11325" y="3319"/>
                <a:ext cx="69" cy="151"/>
              </a:xfrm>
              <a:custGeom>
                <a:avLst/>
                <a:gdLst>
                  <a:gd name="T0" fmla="*/ 91 w 304"/>
                  <a:gd name="T1" fmla="*/ 617 h 665"/>
                  <a:gd name="T2" fmla="*/ 292 w 304"/>
                  <a:gd name="T3" fmla="*/ 491 h 665"/>
                  <a:gd name="T4" fmla="*/ 283 w 304"/>
                  <a:gd name="T5" fmla="*/ 117 h 665"/>
                  <a:gd name="T6" fmla="*/ 20 w 304"/>
                  <a:gd name="T7" fmla="*/ 119 h 665"/>
                  <a:gd name="T8" fmla="*/ 10 w 304"/>
                  <a:gd name="T9" fmla="*/ 454 h 665"/>
                  <a:gd name="T10" fmla="*/ 91 w 304"/>
                  <a:gd name="T11" fmla="*/ 617 h 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4" h="665">
                    <a:moveTo>
                      <a:pt x="91" y="617"/>
                    </a:moveTo>
                    <a:cubicBezTo>
                      <a:pt x="178" y="665"/>
                      <a:pt x="299" y="591"/>
                      <a:pt x="292" y="491"/>
                    </a:cubicBezTo>
                    <a:cubicBezTo>
                      <a:pt x="291" y="367"/>
                      <a:pt x="304" y="240"/>
                      <a:pt x="283" y="117"/>
                    </a:cubicBezTo>
                    <a:cubicBezTo>
                      <a:pt x="243" y="0"/>
                      <a:pt x="57" y="2"/>
                      <a:pt x="20" y="119"/>
                    </a:cubicBezTo>
                    <a:cubicBezTo>
                      <a:pt x="0" y="229"/>
                      <a:pt x="13" y="343"/>
                      <a:pt x="10" y="454"/>
                    </a:cubicBezTo>
                    <a:cubicBezTo>
                      <a:pt x="4" y="518"/>
                      <a:pt x="27" y="591"/>
                      <a:pt x="91" y="617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2" name="Freeform 373"/>
              <p:cNvSpPr/>
              <p:nvPr/>
            </p:nvSpPr>
            <p:spPr bwMode="auto">
              <a:xfrm flipV="1">
                <a:off x="11081" y="3452"/>
                <a:ext cx="71" cy="125"/>
              </a:xfrm>
              <a:custGeom>
                <a:avLst/>
                <a:gdLst>
                  <a:gd name="T0" fmla="*/ 137 w 313"/>
                  <a:gd name="T1" fmla="*/ 531 h 548"/>
                  <a:gd name="T2" fmla="*/ 305 w 313"/>
                  <a:gd name="T3" fmla="*/ 422 h 548"/>
                  <a:gd name="T4" fmla="*/ 304 w 313"/>
                  <a:gd name="T5" fmla="*/ 144 h 548"/>
                  <a:gd name="T6" fmla="*/ 66 w 313"/>
                  <a:gd name="T7" fmla="*/ 80 h 548"/>
                  <a:gd name="T8" fmla="*/ 26 w 313"/>
                  <a:gd name="T9" fmla="*/ 358 h 548"/>
                  <a:gd name="T10" fmla="*/ 137 w 313"/>
                  <a:gd name="T11" fmla="*/ 53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3" h="548">
                    <a:moveTo>
                      <a:pt x="137" y="531"/>
                    </a:moveTo>
                    <a:cubicBezTo>
                      <a:pt x="210" y="548"/>
                      <a:pt x="293" y="498"/>
                      <a:pt x="305" y="422"/>
                    </a:cubicBezTo>
                    <a:cubicBezTo>
                      <a:pt x="313" y="330"/>
                      <a:pt x="313" y="236"/>
                      <a:pt x="304" y="144"/>
                    </a:cubicBezTo>
                    <a:cubicBezTo>
                      <a:pt x="284" y="39"/>
                      <a:pt x="137" y="0"/>
                      <a:pt x="66" y="80"/>
                    </a:cubicBezTo>
                    <a:cubicBezTo>
                      <a:pt x="0" y="156"/>
                      <a:pt x="33" y="266"/>
                      <a:pt x="26" y="358"/>
                    </a:cubicBezTo>
                    <a:cubicBezTo>
                      <a:pt x="17" y="434"/>
                      <a:pt x="58" y="515"/>
                      <a:pt x="137" y="53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3" name="Freeform 374"/>
              <p:cNvSpPr/>
              <p:nvPr/>
            </p:nvSpPr>
            <p:spPr bwMode="auto">
              <a:xfrm flipV="1">
                <a:off x="12655" y="3455"/>
                <a:ext cx="100" cy="102"/>
              </a:xfrm>
              <a:custGeom>
                <a:avLst/>
                <a:gdLst>
                  <a:gd name="T0" fmla="*/ 233 w 438"/>
                  <a:gd name="T1" fmla="*/ 396 h 446"/>
                  <a:gd name="T2" fmla="*/ 418 w 438"/>
                  <a:gd name="T3" fmla="*/ 340 h 446"/>
                  <a:gd name="T4" fmla="*/ 359 w 438"/>
                  <a:gd name="T5" fmla="*/ 133 h 446"/>
                  <a:gd name="T6" fmla="*/ 83 w 438"/>
                  <a:gd name="T7" fmla="*/ 57 h 446"/>
                  <a:gd name="T8" fmla="*/ 36 w 438"/>
                  <a:gd name="T9" fmla="*/ 272 h 446"/>
                  <a:gd name="T10" fmla="*/ 233 w 438"/>
                  <a:gd name="T11" fmla="*/ 39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8" h="446">
                    <a:moveTo>
                      <a:pt x="233" y="396"/>
                    </a:moveTo>
                    <a:cubicBezTo>
                      <a:pt x="293" y="446"/>
                      <a:pt x="398" y="416"/>
                      <a:pt x="418" y="340"/>
                    </a:cubicBezTo>
                    <a:cubicBezTo>
                      <a:pt x="431" y="268"/>
                      <a:pt x="438" y="169"/>
                      <a:pt x="359" y="133"/>
                    </a:cubicBezTo>
                    <a:cubicBezTo>
                      <a:pt x="278" y="85"/>
                      <a:pt x="180" y="0"/>
                      <a:pt x="83" y="57"/>
                    </a:cubicBezTo>
                    <a:cubicBezTo>
                      <a:pt x="4" y="92"/>
                      <a:pt x="0" y="206"/>
                      <a:pt x="36" y="272"/>
                    </a:cubicBezTo>
                    <a:cubicBezTo>
                      <a:pt x="95" y="323"/>
                      <a:pt x="169" y="353"/>
                      <a:pt x="233" y="396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4" name="Freeform 375"/>
              <p:cNvSpPr/>
              <p:nvPr/>
            </p:nvSpPr>
            <p:spPr bwMode="auto">
              <a:xfrm flipV="1">
                <a:off x="12057" y="3517"/>
                <a:ext cx="120" cy="84"/>
              </a:xfrm>
              <a:custGeom>
                <a:avLst/>
                <a:gdLst>
                  <a:gd name="T0" fmla="*/ 114 w 530"/>
                  <a:gd name="T1" fmla="*/ 311 h 370"/>
                  <a:gd name="T2" fmla="*/ 484 w 530"/>
                  <a:gd name="T3" fmla="*/ 242 h 370"/>
                  <a:gd name="T4" fmla="*/ 357 w 530"/>
                  <a:gd name="T5" fmla="*/ 39 h 370"/>
                  <a:gd name="T6" fmla="*/ 60 w 530"/>
                  <a:gd name="T7" fmla="*/ 97 h 370"/>
                  <a:gd name="T8" fmla="*/ 114 w 530"/>
                  <a:gd name="T9" fmla="*/ 311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0" h="370">
                    <a:moveTo>
                      <a:pt x="114" y="311"/>
                    </a:moveTo>
                    <a:cubicBezTo>
                      <a:pt x="234" y="317"/>
                      <a:pt x="410" y="370"/>
                      <a:pt x="484" y="242"/>
                    </a:cubicBezTo>
                    <a:cubicBezTo>
                      <a:pt x="530" y="152"/>
                      <a:pt x="458" y="34"/>
                      <a:pt x="357" y="39"/>
                    </a:cubicBezTo>
                    <a:cubicBezTo>
                      <a:pt x="259" y="48"/>
                      <a:pt x="125" y="0"/>
                      <a:pt x="60" y="97"/>
                    </a:cubicBezTo>
                    <a:cubicBezTo>
                      <a:pt x="0" y="166"/>
                      <a:pt x="36" y="274"/>
                      <a:pt x="114" y="311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5" name="Freeform 376"/>
              <p:cNvSpPr/>
              <p:nvPr/>
            </p:nvSpPr>
            <p:spPr bwMode="auto">
              <a:xfrm flipV="1">
                <a:off x="12257" y="3517"/>
                <a:ext cx="120" cy="84"/>
              </a:xfrm>
              <a:custGeom>
                <a:avLst/>
                <a:gdLst>
                  <a:gd name="T0" fmla="*/ 112 w 528"/>
                  <a:gd name="T1" fmla="*/ 310 h 370"/>
                  <a:gd name="T2" fmla="*/ 483 w 528"/>
                  <a:gd name="T3" fmla="*/ 241 h 370"/>
                  <a:gd name="T4" fmla="*/ 356 w 528"/>
                  <a:gd name="T5" fmla="*/ 39 h 370"/>
                  <a:gd name="T6" fmla="*/ 58 w 528"/>
                  <a:gd name="T7" fmla="*/ 99 h 370"/>
                  <a:gd name="T8" fmla="*/ 112 w 528"/>
                  <a:gd name="T9" fmla="*/ 31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8" h="370">
                    <a:moveTo>
                      <a:pt x="112" y="310"/>
                    </a:moveTo>
                    <a:cubicBezTo>
                      <a:pt x="232" y="318"/>
                      <a:pt x="409" y="370"/>
                      <a:pt x="483" y="241"/>
                    </a:cubicBezTo>
                    <a:cubicBezTo>
                      <a:pt x="528" y="152"/>
                      <a:pt x="457" y="33"/>
                      <a:pt x="356" y="39"/>
                    </a:cubicBezTo>
                    <a:cubicBezTo>
                      <a:pt x="257" y="48"/>
                      <a:pt x="122" y="0"/>
                      <a:pt x="58" y="99"/>
                    </a:cubicBezTo>
                    <a:cubicBezTo>
                      <a:pt x="0" y="167"/>
                      <a:pt x="35" y="273"/>
                      <a:pt x="112" y="310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96" name="Freeform 377"/>
              <p:cNvSpPr/>
              <p:nvPr/>
            </p:nvSpPr>
            <p:spPr bwMode="auto">
              <a:xfrm flipV="1">
                <a:off x="12454" y="3520"/>
                <a:ext cx="119" cy="77"/>
              </a:xfrm>
              <a:custGeom>
                <a:avLst/>
                <a:gdLst>
                  <a:gd name="T0" fmla="*/ 74 w 526"/>
                  <a:gd name="T1" fmla="*/ 248 h 340"/>
                  <a:gd name="T2" fmla="*/ 369 w 526"/>
                  <a:gd name="T3" fmla="*/ 306 h 340"/>
                  <a:gd name="T4" fmla="*/ 511 w 526"/>
                  <a:gd name="T5" fmla="*/ 101 h 340"/>
                  <a:gd name="T6" fmla="*/ 189 w 526"/>
                  <a:gd name="T7" fmla="*/ 24 h 340"/>
                  <a:gd name="T8" fmla="*/ 74 w 526"/>
                  <a:gd name="T9" fmla="*/ 248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6" h="340">
                    <a:moveTo>
                      <a:pt x="74" y="248"/>
                    </a:moveTo>
                    <a:cubicBezTo>
                      <a:pt x="142" y="340"/>
                      <a:pt x="271" y="299"/>
                      <a:pt x="369" y="306"/>
                    </a:cubicBezTo>
                    <a:cubicBezTo>
                      <a:pt x="479" y="317"/>
                      <a:pt x="526" y="192"/>
                      <a:pt x="511" y="101"/>
                    </a:cubicBezTo>
                    <a:cubicBezTo>
                      <a:pt x="432" y="0"/>
                      <a:pt x="301" y="21"/>
                      <a:pt x="189" y="24"/>
                    </a:cubicBezTo>
                    <a:cubicBezTo>
                      <a:pt x="80" y="12"/>
                      <a:pt x="0" y="166"/>
                      <a:pt x="74" y="248"/>
                    </a:cubicBezTo>
                  </a:path>
                </a:pathLst>
              </a:custGeom>
              <a:solidFill>
                <a:srgbClr val="3836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38" name="Group 386"/>
            <p:cNvGrpSpPr/>
            <p:nvPr/>
          </p:nvGrpSpPr>
          <p:grpSpPr bwMode="auto">
            <a:xfrm>
              <a:off x="14330363" y="774700"/>
              <a:ext cx="5540375" cy="3519487"/>
              <a:chOff x="9027" y="488"/>
              <a:chExt cx="3490" cy="2217"/>
            </a:xfrm>
          </p:grpSpPr>
          <p:sp>
            <p:nvSpPr>
              <p:cNvPr id="50" name="Freeform 379"/>
              <p:cNvSpPr/>
              <p:nvPr/>
            </p:nvSpPr>
            <p:spPr bwMode="auto">
              <a:xfrm flipV="1">
                <a:off x="11887" y="489"/>
                <a:ext cx="97" cy="434"/>
              </a:xfrm>
              <a:custGeom>
                <a:avLst/>
                <a:gdLst>
                  <a:gd name="T0" fmla="*/ 157 w 429"/>
                  <a:gd name="T1" fmla="*/ 1891 h 1908"/>
                  <a:gd name="T2" fmla="*/ 429 w 429"/>
                  <a:gd name="T3" fmla="*/ 1901 h 1908"/>
                  <a:gd name="T4" fmla="*/ 429 w 429"/>
                  <a:gd name="T5" fmla="*/ 0 h 1908"/>
                  <a:gd name="T6" fmla="*/ 9 w 429"/>
                  <a:gd name="T7" fmla="*/ 0 h 1908"/>
                  <a:gd name="T8" fmla="*/ 10 w 429"/>
                  <a:gd name="T9" fmla="*/ 1657 h 1908"/>
                  <a:gd name="T10" fmla="*/ 157 w 429"/>
                  <a:gd name="T11" fmla="*/ 1891 h 1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9" h="1908">
                    <a:moveTo>
                      <a:pt x="157" y="1891"/>
                    </a:moveTo>
                    <a:cubicBezTo>
                      <a:pt x="246" y="1908"/>
                      <a:pt x="338" y="1900"/>
                      <a:pt x="429" y="1901"/>
                    </a:cubicBezTo>
                    <a:cubicBezTo>
                      <a:pt x="427" y="1267"/>
                      <a:pt x="427" y="634"/>
                      <a:pt x="429" y="0"/>
                    </a:cubicBezTo>
                    <a:cubicBezTo>
                      <a:pt x="289" y="1"/>
                      <a:pt x="149" y="1"/>
                      <a:pt x="9" y="0"/>
                    </a:cubicBezTo>
                    <a:cubicBezTo>
                      <a:pt x="11" y="552"/>
                      <a:pt x="9" y="1105"/>
                      <a:pt x="10" y="1657"/>
                    </a:cubicBezTo>
                    <a:cubicBezTo>
                      <a:pt x="0" y="1757"/>
                      <a:pt x="57" y="1863"/>
                      <a:pt x="157" y="1891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1" name="Freeform 380"/>
              <p:cNvSpPr/>
              <p:nvPr/>
            </p:nvSpPr>
            <p:spPr bwMode="auto">
              <a:xfrm flipV="1">
                <a:off x="12049" y="488"/>
                <a:ext cx="468" cy="442"/>
              </a:xfrm>
              <a:custGeom>
                <a:avLst/>
                <a:gdLst>
                  <a:gd name="T0" fmla="*/ 0 w 2063"/>
                  <a:gd name="T1" fmla="*/ 1931 h 1945"/>
                  <a:gd name="T2" fmla="*/ 1515 w 2063"/>
                  <a:gd name="T3" fmla="*/ 1932 h 1945"/>
                  <a:gd name="T4" fmla="*/ 1975 w 2063"/>
                  <a:gd name="T5" fmla="*/ 1685 h 1945"/>
                  <a:gd name="T6" fmla="*/ 2043 w 2063"/>
                  <a:gd name="T7" fmla="*/ 1227 h 1945"/>
                  <a:gd name="T8" fmla="*/ 2042 w 2063"/>
                  <a:gd name="T9" fmla="*/ 558 h 1945"/>
                  <a:gd name="T10" fmla="*/ 1725 w 2063"/>
                  <a:gd name="T11" fmla="*/ 63 h 1945"/>
                  <a:gd name="T12" fmla="*/ 1199 w 2063"/>
                  <a:gd name="T13" fmla="*/ 39 h 1945"/>
                  <a:gd name="T14" fmla="*/ 0 w 2063"/>
                  <a:gd name="T15" fmla="*/ 30 h 1945"/>
                  <a:gd name="T16" fmla="*/ 0 w 2063"/>
                  <a:gd name="T17" fmla="*/ 1931 h 19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63" h="1945">
                    <a:moveTo>
                      <a:pt x="0" y="1931"/>
                    </a:moveTo>
                    <a:cubicBezTo>
                      <a:pt x="505" y="1922"/>
                      <a:pt x="1010" y="1930"/>
                      <a:pt x="1515" y="1932"/>
                    </a:cubicBezTo>
                    <a:cubicBezTo>
                      <a:pt x="1701" y="1945"/>
                      <a:pt x="1870" y="1830"/>
                      <a:pt x="1975" y="1685"/>
                    </a:cubicBezTo>
                    <a:cubicBezTo>
                      <a:pt x="2063" y="1549"/>
                      <a:pt x="2041" y="1381"/>
                      <a:pt x="2043" y="1227"/>
                    </a:cubicBezTo>
                    <a:cubicBezTo>
                      <a:pt x="2048" y="1004"/>
                      <a:pt x="2024" y="781"/>
                      <a:pt x="2042" y="558"/>
                    </a:cubicBezTo>
                    <a:cubicBezTo>
                      <a:pt x="2060" y="347"/>
                      <a:pt x="1922" y="138"/>
                      <a:pt x="1725" y="63"/>
                    </a:cubicBezTo>
                    <a:cubicBezTo>
                      <a:pt x="1557" y="0"/>
                      <a:pt x="1374" y="43"/>
                      <a:pt x="1199" y="39"/>
                    </a:cubicBezTo>
                    <a:cubicBezTo>
                      <a:pt x="799" y="23"/>
                      <a:pt x="399" y="34"/>
                      <a:pt x="0" y="30"/>
                    </a:cubicBezTo>
                    <a:cubicBezTo>
                      <a:pt x="12" y="664"/>
                      <a:pt x="2" y="1297"/>
                      <a:pt x="0" y="1931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2" name="Freeform 381"/>
              <p:cNvSpPr/>
              <p:nvPr/>
            </p:nvSpPr>
            <p:spPr bwMode="auto">
              <a:xfrm flipV="1">
                <a:off x="10563" y="865"/>
                <a:ext cx="1817" cy="1621"/>
              </a:xfrm>
              <a:custGeom>
                <a:avLst/>
                <a:gdLst>
                  <a:gd name="T0" fmla="*/ 0 w 8006"/>
                  <a:gd name="T1" fmla="*/ 7123 h 7134"/>
                  <a:gd name="T2" fmla="*/ 3686 w 8006"/>
                  <a:gd name="T3" fmla="*/ 7124 h 7134"/>
                  <a:gd name="T4" fmla="*/ 5554 w 8006"/>
                  <a:gd name="T5" fmla="*/ 7116 h 7134"/>
                  <a:gd name="T6" fmla="*/ 5557 w 8006"/>
                  <a:gd name="T7" fmla="*/ 3138 h 7134"/>
                  <a:gd name="T8" fmla="*/ 5875 w 8006"/>
                  <a:gd name="T9" fmla="*/ 2677 h 7134"/>
                  <a:gd name="T10" fmla="*/ 6491 w 8006"/>
                  <a:gd name="T11" fmla="*/ 2907 h 7134"/>
                  <a:gd name="T12" fmla="*/ 6547 w 8006"/>
                  <a:gd name="T13" fmla="*/ 3316 h 7134"/>
                  <a:gd name="T14" fmla="*/ 6546 w 8006"/>
                  <a:gd name="T15" fmla="*/ 6595 h 7134"/>
                  <a:gd name="T16" fmla="*/ 7002 w 8006"/>
                  <a:gd name="T17" fmla="*/ 6523 h 7134"/>
                  <a:gd name="T18" fmla="*/ 7942 w 8006"/>
                  <a:gd name="T19" fmla="*/ 4945 h 7134"/>
                  <a:gd name="T20" fmla="*/ 7989 w 8006"/>
                  <a:gd name="T21" fmla="*/ 4024 h 7134"/>
                  <a:gd name="T22" fmla="*/ 7990 w 8006"/>
                  <a:gd name="T23" fmla="*/ 1 h 7134"/>
                  <a:gd name="T24" fmla="*/ 1676 w 8006"/>
                  <a:gd name="T25" fmla="*/ 0 h 7134"/>
                  <a:gd name="T26" fmla="*/ 1676 w 8006"/>
                  <a:gd name="T27" fmla="*/ 4480 h 7134"/>
                  <a:gd name="T28" fmla="*/ 895 w 8006"/>
                  <a:gd name="T29" fmla="*/ 6452 h 7134"/>
                  <a:gd name="T30" fmla="*/ 0 w 8006"/>
                  <a:gd name="T31" fmla="*/ 7123 h 7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006" h="7134">
                    <a:moveTo>
                      <a:pt x="0" y="7123"/>
                    </a:moveTo>
                    <a:cubicBezTo>
                      <a:pt x="1228" y="7126"/>
                      <a:pt x="2457" y="7122"/>
                      <a:pt x="3686" y="7124"/>
                    </a:cubicBezTo>
                    <a:cubicBezTo>
                      <a:pt x="4309" y="7119"/>
                      <a:pt x="4932" y="7134"/>
                      <a:pt x="5554" y="7116"/>
                    </a:cubicBezTo>
                    <a:cubicBezTo>
                      <a:pt x="5555" y="5790"/>
                      <a:pt x="5558" y="4464"/>
                      <a:pt x="5557" y="3138"/>
                    </a:cubicBezTo>
                    <a:cubicBezTo>
                      <a:pt x="5553" y="2938"/>
                      <a:pt x="5687" y="2745"/>
                      <a:pt x="5875" y="2677"/>
                    </a:cubicBezTo>
                    <a:cubicBezTo>
                      <a:pt x="6099" y="2588"/>
                      <a:pt x="6381" y="2691"/>
                      <a:pt x="6491" y="2907"/>
                    </a:cubicBezTo>
                    <a:cubicBezTo>
                      <a:pt x="6561" y="3032"/>
                      <a:pt x="6547" y="3179"/>
                      <a:pt x="6547" y="3316"/>
                    </a:cubicBezTo>
                    <a:cubicBezTo>
                      <a:pt x="6546" y="4409"/>
                      <a:pt x="6548" y="5502"/>
                      <a:pt x="6546" y="6595"/>
                    </a:cubicBezTo>
                    <a:cubicBezTo>
                      <a:pt x="6697" y="6576"/>
                      <a:pt x="6884" y="6649"/>
                      <a:pt x="7002" y="6523"/>
                    </a:cubicBezTo>
                    <a:cubicBezTo>
                      <a:pt x="7484" y="6126"/>
                      <a:pt x="7829" y="5561"/>
                      <a:pt x="7942" y="4945"/>
                    </a:cubicBezTo>
                    <a:cubicBezTo>
                      <a:pt x="8006" y="4642"/>
                      <a:pt x="7986" y="4331"/>
                      <a:pt x="7989" y="4024"/>
                    </a:cubicBezTo>
                    <a:cubicBezTo>
                      <a:pt x="7989" y="2683"/>
                      <a:pt x="7988" y="1342"/>
                      <a:pt x="7990" y="1"/>
                    </a:cubicBezTo>
                    <a:cubicBezTo>
                      <a:pt x="5885" y="2"/>
                      <a:pt x="3781" y="5"/>
                      <a:pt x="1676" y="0"/>
                    </a:cubicBezTo>
                    <a:cubicBezTo>
                      <a:pt x="1677" y="1493"/>
                      <a:pt x="1677" y="2987"/>
                      <a:pt x="1676" y="4480"/>
                    </a:cubicBezTo>
                    <a:cubicBezTo>
                      <a:pt x="1670" y="5204"/>
                      <a:pt x="1387" y="5921"/>
                      <a:pt x="895" y="6452"/>
                    </a:cubicBezTo>
                    <a:cubicBezTo>
                      <a:pt x="643" y="6731"/>
                      <a:pt x="330" y="6947"/>
                      <a:pt x="0" y="7123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3" name="Freeform 382"/>
              <p:cNvSpPr/>
              <p:nvPr/>
            </p:nvSpPr>
            <p:spPr bwMode="auto">
              <a:xfrm flipV="1">
                <a:off x="9580" y="886"/>
                <a:ext cx="387" cy="48"/>
              </a:xfrm>
              <a:custGeom>
                <a:avLst/>
                <a:gdLst>
                  <a:gd name="T0" fmla="*/ 254 w 1703"/>
                  <a:gd name="T1" fmla="*/ 209 h 209"/>
                  <a:gd name="T2" fmla="*/ 267 w 1703"/>
                  <a:gd name="T3" fmla="*/ 208 h 209"/>
                  <a:gd name="T4" fmla="*/ 1439 w 1703"/>
                  <a:gd name="T5" fmla="*/ 209 h 209"/>
                  <a:gd name="T6" fmla="*/ 1452 w 1703"/>
                  <a:gd name="T7" fmla="*/ 209 h 209"/>
                  <a:gd name="T8" fmla="*/ 1703 w 1703"/>
                  <a:gd name="T9" fmla="*/ 20 h 209"/>
                  <a:gd name="T10" fmla="*/ 0 w 1703"/>
                  <a:gd name="T11" fmla="*/ 14 h 209"/>
                  <a:gd name="T12" fmla="*/ 254 w 1703"/>
                  <a:gd name="T13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03" h="209">
                    <a:moveTo>
                      <a:pt x="254" y="209"/>
                    </a:moveTo>
                    <a:lnTo>
                      <a:pt x="267" y="208"/>
                    </a:lnTo>
                    <a:cubicBezTo>
                      <a:pt x="657" y="196"/>
                      <a:pt x="1049" y="196"/>
                      <a:pt x="1439" y="209"/>
                    </a:cubicBezTo>
                    <a:lnTo>
                      <a:pt x="1452" y="209"/>
                    </a:lnTo>
                    <a:cubicBezTo>
                      <a:pt x="1533" y="143"/>
                      <a:pt x="1618" y="81"/>
                      <a:pt x="1703" y="20"/>
                    </a:cubicBezTo>
                    <a:cubicBezTo>
                      <a:pt x="1136" y="0"/>
                      <a:pt x="567" y="12"/>
                      <a:pt x="0" y="14"/>
                    </a:cubicBezTo>
                    <a:cubicBezTo>
                      <a:pt x="85" y="79"/>
                      <a:pt x="171" y="142"/>
                      <a:pt x="254" y="209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4" name="Freeform 383"/>
              <p:cNvSpPr/>
              <p:nvPr/>
            </p:nvSpPr>
            <p:spPr bwMode="auto">
              <a:xfrm flipV="1">
                <a:off x="10350" y="1220"/>
                <a:ext cx="177" cy="305"/>
              </a:xfrm>
              <a:custGeom>
                <a:avLst/>
                <a:gdLst>
                  <a:gd name="T0" fmla="*/ 5 w 779"/>
                  <a:gd name="T1" fmla="*/ 1342 h 1342"/>
                  <a:gd name="T2" fmla="*/ 200 w 779"/>
                  <a:gd name="T3" fmla="*/ 1195 h 1342"/>
                  <a:gd name="T4" fmla="*/ 200 w 779"/>
                  <a:gd name="T5" fmla="*/ 1187 h 1342"/>
                  <a:gd name="T6" fmla="*/ 195 w 779"/>
                  <a:gd name="T7" fmla="*/ 491 h 1342"/>
                  <a:gd name="T8" fmla="*/ 609 w 779"/>
                  <a:gd name="T9" fmla="*/ 882 h 1342"/>
                  <a:gd name="T10" fmla="*/ 779 w 779"/>
                  <a:gd name="T11" fmla="*/ 761 h 1342"/>
                  <a:gd name="T12" fmla="*/ 5 w 779"/>
                  <a:gd name="T13" fmla="*/ 0 h 1342"/>
                  <a:gd name="T14" fmla="*/ 5 w 779"/>
                  <a:gd name="T15" fmla="*/ 1342 h 1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9" h="1342">
                    <a:moveTo>
                      <a:pt x="5" y="1342"/>
                    </a:moveTo>
                    <a:cubicBezTo>
                      <a:pt x="69" y="1292"/>
                      <a:pt x="134" y="1243"/>
                      <a:pt x="200" y="1195"/>
                    </a:cubicBezTo>
                    <a:lnTo>
                      <a:pt x="200" y="1187"/>
                    </a:lnTo>
                    <a:cubicBezTo>
                      <a:pt x="188" y="955"/>
                      <a:pt x="193" y="723"/>
                      <a:pt x="195" y="491"/>
                    </a:cubicBezTo>
                    <a:cubicBezTo>
                      <a:pt x="319" y="636"/>
                      <a:pt x="478" y="744"/>
                      <a:pt x="609" y="882"/>
                    </a:cubicBezTo>
                    <a:cubicBezTo>
                      <a:pt x="665" y="841"/>
                      <a:pt x="722" y="801"/>
                      <a:pt x="779" y="761"/>
                    </a:cubicBezTo>
                    <a:cubicBezTo>
                      <a:pt x="525" y="503"/>
                      <a:pt x="258" y="259"/>
                      <a:pt x="5" y="0"/>
                    </a:cubicBezTo>
                    <a:cubicBezTo>
                      <a:pt x="0" y="447"/>
                      <a:pt x="1" y="895"/>
                      <a:pt x="5" y="1342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5" name="Freeform 384"/>
              <p:cNvSpPr/>
              <p:nvPr/>
            </p:nvSpPr>
            <p:spPr bwMode="auto">
              <a:xfrm flipV="1">
                <a:off x="9027" y="1319"/>
                <a:ext cx="178" cy="209"/>
              </a:xfrm>
              <a:custGeom>
                <a:avLst/>
                <a:gdLst>
                  <a:gd name="T0" fmla="*/ 0 w 786"/>
                  <a:gd name="T1" fmla="*/ 791 h 921"/>
                  <a:gd name="T2" fmla="*/ 173 w 786"/>
                  <a:gd name="T3" fmla="*/ 921 h 921"/>
                  <a:gd name="T4" fmla="*/ 785 w 786"/>
                  <a:gd name="T5" fmla="*/ 286 h 921"/>
                  <a:gd name="T6" fmla="*/ 785 w 786"/>
                  <a:gd name="T7" fmla="*/ 0 h 921"/>
                  <a:gd name="T8" fmla="*/ 0 w 786"/>
                  <a:gd name="T9" fmla="*/ 791 h 9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6" h="921">
                    <a:moveTo>
                      <a:pt x="0" y="791"/>
                    </a:moveTo>
                    <a:cubicBezTo>
                      <a:pt x="57" y="835"/>
                      <a:pt x="115" y="878"/>
                      <a:pt x="173" y="921"/>
                    </a:cubicBezTo>
                    <a:cubicBezTo>
                      <a:pt x="356" y="690"/>
                      <a:pt x="583" y="499"/>
                      <a:pt x="785" y="286"/>
                    </a:cubicBezTo>
                    <a:cubicBezTo>
                      <a:pt x="786" y="190"/>
                      <a:pt x="786" y="95"/>
                      <a:pt x="785" y="0"/>
                    </a:cubicBezTo>
                    <a:cubicBezTo>
                      <a:pt x="521" y="262"/>
                      <a:pt x="253" y="519"/>
                      <a:pt x="0" y="791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6" name="Freeform 385"/>
              <p:cNvSpPr/>
              <p:nvPr/>
            </p:nvSpPr>
            <p:spPr bwMode="auto">
              <a:xfrm flipV="1">
                <a:off x="9108" y="2550"/>
                <a:ext cx="1782" cy="155"/>
              </a:xfrm>
              <a:custGeom>
                <a:avLst/>
                <a:gdLst>
                  <a:gd name="T0" fmla="*/ 5 w 7851"/>
                  <a:gd name="T1" fmla="*/ 680 h 680"/>
                  <a:gd name="T2" fmla="*/ 7800 w 7851"/>
                  <a:gd name="T3" fmla="*/ 678 h 680"/>
                  <a:gd name="T4" fmla="*/ 7714 w 7851"/>
                  <a:gd name="T5" fmla="*/ 130 h 680"/>
                  <a:gd name="T6" fmla="*/ 7413 w 7851"/>
                  <a:gd name="T7" fmla="*/ 11 h 680"/>
                  <a:gd name="T8" fmla="*/ 354 w 7851"/>
                  <a:gd name="T9" fmla="*/ 9 h 680"/>
                  <a:gd name="T10" fmla="*/ 7 w 7851"/>
                  <a:gd name="T11" fmla="*/ 324 h 680"/>
                  <a:gd name="T12" fmla="*/ 5 w 7851"/>
                  <a:gd name="T13" fmla="*/ 680 h 6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51" h="680">
                    <a:moveTo>
                      <a:pt x="5" y="680"/>
                    </a:moveTo>
                    <a:cubicBezTo>
                      <a:pt x="2603" y="680"/>
                      <a:pt x="5202" y="680"/>
                      <a:pt x="7800" y="678"/>
                    </a:cubicBezTo>
                    <a:cubicBezTo>
                      <a:pt x="7783" y="497"/>
                      <a:pt x="7851" y="279"/>
                      <a:pt x="7714" y="130"/>
                    </a:cubicBezTo>
                    <a:cubicBezTo>
                      <a:pt x="7642" y="41"/>
                      <a:pt x="7525" y="3"/>
                      <a:pt x="7413" y="11"/>
                    </a:cubicBezTo>
                    <a:cubicBezTo>
                      <a:pt x="5060" y="9"/>
                      <a:pt x="2707" y="10"/>
                      <a:pt x="354" y="9"/>
                    </a:cubicBezTo>
                    <a:cubicBezTo>
                      <a:pt x="178" y="0"/>
                      <a:pt x="20" y="153"/>
                      <a:pt x="7" y="324"/>
                    </a:cubicBezTo>
                    <a:cubicBezTo>
                      <a:pt x="0" y="443"/>
                      <a:pt x="6" y="561"/>
                      <a:pt x="5" y="680"/>
                    </a:cubicBezTo>
                  </a:path>
                </a:pathLst>
              </a:custGeom>
              <a:solidFill>
                <a:srgbClr val="FC39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  <p:grpSp>
          <p:nvGrpSpPr>
            <p:cNvPr id="39" name="Group 397"/>
            <p:cNvGrpSpPr/>
            <p:nvPr/>
          </p:nvGrpSpPr>
          <p:grpSpPr bwMode="auto">
            <a:xfrm>
              <a:off x="14292263" y="1246188"/>
              <a:ext cx="5588000" cy="3863975"/>
              <a:chOff x="9003" y="785"/>
              <a:chExt cx="3520" cy="2434"/>
            </a:xfrm>
          </p:grpSpPr>
          <p:sp>
            <p:nvSpPr>
              <p:cNvPr id="40" name="Freeform 387"/>
              <p:cNvSpPr/>
              <p:nvPr/>
            </p:nvSpPr>
            <p:spPr bwMode="auto">
              <a:xfrm flipV="1">
                <a:off x="9641" y="785"/>
                <a:ext cx="266" cy="104"/>
              </a:xfrm>
              <a:custGeom>
                <a:avLst/>
                <a:gdLst>
                  <a:gd name="T0" fmla="*/ 0 w 1172"/>
                  <a:gd name="T1" fmla="*/ 12 h 456"/>
                  <a:gd name="T2" fmla="*/ 585 w 1172"/>
                  <a:gd name="T3" fmla="*/ 456 h 456"/>
                  <a:gd name="T4" fmla="*/ 1172 w 1172"/>
                  <a:gd name="T5" fmla="*/ 13 h 456"/>
                  <a:gd name="T6" fmla="*/ 0 w 1172"/>
                  <a:gd name="T7" fmla="*/ 1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72" h="456">
                    <a:moveTo>
                      <a:pt x="0" y="12"/>
                    </a:moveTo>
                    <a:cubicBezTo>
                      <a:pt x="192" y="164"/>
                      <a:pt x="388" y="312"/>
                      <a:pt x="585" y="456"/>
                    </a:cubicBezTo>
                    <a:cubicBezTo>
                      <a:pt x="784" y="313"/>
                      <a:pt x="979" y="164"/>
                      <a:pt x="1172" y="13"/>
                    </a:cubicBezTo>
                    <a:cubicBezTo>
                      <a:pt x="782" y="0"/>
                      <a:pt x="390" y="0"/>
                      <a:pt x="0" y="12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" name="Freeform 388"/>
              <p:cNvSpPr/>
              <p:nvPr/>
            </p:nvSpPr>
            <p:spPr bwMode="auto">
              <a:xfrm flipV="1">
                <a:off x="9066" y="1215"/>
                <a:ext cx="139" cy="248"/>
              </a:xfrm>
              <a:custGeom>
                <a:avLst/>
                <a:gdLst>
                  <a:gd name="T0" fmla="*/ 0 w 612"/>
                  <a:gd name="T1" fmla="*/ 635 h 1093"/>
                  <a:gd name="T2" fmla="*/ 610 w 612"/>
                  <a:gd name="T3" fmla="*/ 1093 h 1093"/>
                  <a:gd name="T4" fmla="*/ 612 w 612"/>
                  <a:gd name="T5" fmla="*/ 0 h 1093"/>
                  <a:gd name="T6" fmla="*/ 0 w 612"/>
                  <a:gd name="T7" fmla="*/ 635 h 10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2" h="1093">
                    <a:moveTo>
                      <a:pt x="0" y="635"/>
                    </a:moveTo>
                    <a:cubicBezTo>
                      <a:pt x="205" y="785"/>
                      <a:pt x="408" y="939"/>
                      <a:pt x="610" y="1093"/>
                    </a:cubicBezTo>
                    <a:cubicBezTo>
                      <a:pt x="610" y="729"/>
                      <a:pt x="605" y="364"/>
                      <a:pt x="612" y="0"/>
                    </a:cubicBezTo>
                    <a:cubicBezTo>
                      <a:pt x="410" y="213"/>
                      <a:pt x="183" y="404"/>
                      <a:pt x="0" y="635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2" name="Freeform 389"/>
              <p:cNvSpPr/>
              <p:nvPr/>
            </p:nvSpPr>
            <p:spPr bwMode="auto">
              <a:xfrm flipV="1">
                <a:off x="10393" y="1255"/>
                <a:ext cx="95" cy="158"/>
              </a:xfrm>
              <a:custGeom>
                <a:avLst/>
                <a:gdLst>
                  <a:gd name="T0" fmla="*/ 7 w 421"/>
                  <a:gd name="T1" fmla="*/ 0 h 696"/>
                  <a:gd name="T2" fmla="*/ 12 w 421"/>
                  <a:gd name="T3" fmla="*/ 696 h 696"/>
                  <a:gd name="T4" fmla="*/ 421 w 421"/>
                  <a:gd name="T5" fmla="*/ 391 h 696"/>
                  <a:gd name="T6" fmla="*/ 7 w 421"/>
                  <a:gd name="T7" fmla="*/ 0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1" h="696">
                    <a:moveTo>
                      <a:pt x="7" y="0"/>
                    </a:moveTo>
                    <a:cubicBezTo>
                      <a:pt x="5" y="232"/>
                      <a:pt x="0" y="464"/>
                      <a:pt x="12" y="696"/>
                    </a:cubicBezTo>
                    <a:cubicBezTo>
                      <a:pt x="151" y="599"/>
                      <a:pt x="283" y="490"/>
                      <a:pt x="421" y="391"/>
                    </a:cubicBezTo>
                    <a:cubicBezTo>
                      <a:pt x="290" y="253"/>
                      <a:pt x="131" y="145"/>
                      <a:pt x="7" y="0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3" name="Freeform 390"/>
              <p:cNvSpPr/>
              <p:nvPr/>
            </p:nvSpPr>
            <p:spPr bwMode="auto">
              <a:xfrm flipV="1">
                <a:off x="9003" y="1422"/>
                <a:ext cx="500" cy="903"/>
              </a:xfrm>
              <a:custGeom>
                <a:avLst/>
                <a:gdLst>
                  <a:gd name="T0" fmla="*/ 9 w 2200"/>
                  <a:gd name="T1" fmla="*/ 3975 h 3975"/>
                  <a:gd name="T2" fmla="*/ 1351 w 2200"/>
                  <a:gd name="T3" fmla="*/ 2644 h 3975"/>
                  <a:gd name="T4" fmla="*/ 2200 w 2200"/>
                  <a:gd name="T5" fmla="*/ 1792 h 3975"/>
                  <a:gd name="T6" fmla="*/ 490 w 2200"/>
                  <a:gd name="T7" fmla="*/ 78 h 3975"/>
                  <a:gd name="T8" fmla="*/ 258 w 2200"/>
                  <a:gd name="T9" fmla="*/ 71 h 3975"/>
                  <a:gd name="T10" fmla="*/ 8 w 2200"/>
                  <a:gd name="T11" fmla="*/ 491 h 3975"/>
                  <a:gd name="T12" fmla="*/ 9 w 2200"/>
                  <a:gd name="T13" fmla="*/ 3975 h 3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00" h="3975">
                    <a:moveTo>
                      <a:pt x="9" y="3975"/>
                    </a:moveTo>
                    <a:cubicBezTo>
                      <a:pt x="461" y="3536"/>
                      <a:pt x="892" y="3076"/>
                      <a:pt x="1351" y="2644"/>
                    </a:cubicBezTo>
                    <a:cubicBezTo>
                      <a:pt x="1634" y="2360"/>
                      <a:pt x="1919" y="2078"/>
                      <a:pt x="2200" y="1792"/>
                    </a:cubicBezTo>
                    <a:cubicBezTo>
                      <a:pt x="1633" y="1218"/>
                      <a:pt x="1058" y="651"/>
                      <a:pt x="490" y="78"/>
                    </a:cubicBezTo>
                    <a:cubicBezTo>
                      <a:pt x="434" y="0"/>
                      <a:pt x="331" y="43"/>
                      <a:pt x="258" y="71"/>
                    </a:cubicBezTo>
                    <a:cubicBezTo>
                      <a:pt x="91" y="135"/>
                      <a:pt x="0" y="318"/>
                      <a:pt x="8" y="491"/>
                    </a:cubicBezTo>
                    <a:cubicBezTo>
                      <a:pt x="8" y="1652"/>
                      <a:pt x="8" y="2814"/>
                      <a:pt x="9" y="3975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4" name="Freeform 391"/>
              <p:cNvSpPr/>
              <p:nvPr/>
            </p:nvSpPr>
            <p:spPr bwMode="auto">
              <a:xfrm flipV="1">
                <a:off x="10037" y="1427"/>
                <a:ext cx="508" cy="898"/>
              </a:xfrm>
              <a:custGeom>
                <a:avLst/>
                <a:gdLst>
                  <a:gd name="T0" fmla="*/ 0 w 2235"/>
                  <a:gd name="T1" fmla="*/ 1778 h 3953"/>
                  <a:gd name="T2" fmla="*/ 2225 w 2235"/>
                  <a:gd name="T3" fmla="*/ 3953 h 3953"/>
                  <a:gd name="T4" fmla="*/ 2226 w 2235"/>
                  <a:gd name="T5" fmla="*/ 492 h 3953"/>
                  <a:gd name="T6" fmla="*/ 1975 w 2235"/>
                  <a:gd name="T7" fmla="*/ 74 h 3953"/>
                  <a:gd name="T8" fmla="*/ 1711 w 2235"/>
                  <a:gd name="T9" fmla="*/ 79 h 3953"/>
                  <a:gd name="T10" fmla="*/ 0 w 2235"/>
                  <a:gd name="T11" fmla="*/ 1778 h 3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35" h="3953">
                    <a:moveTo>
                      <a:pt x="0" y="1778"/>
                    </a:moveTo>
                    <a:cubicBezTo>
                      <a:pt x="732" y="2513"/>
                      <a:pt x="1489" y="3222"/>
                      <a:pt x="2225" y="3953"/>
                    </a:cubicBezTo>
                    <a:cubicBezTo>
                      <a:pt x="2229" y="2800"/>
                      <a:pt x="2225" y="1646"/>
                      <a:pt x="2226" y="492"/>
                    </a:cubicBezTo>
                    <a:cubicBezTo>
                      <a:pt x="2235" y="319"/>
                      <a:pt x="2142" y="138"/>
                      <a:pt x="1975" y="74"/>
                    </a:cubicBezTo>
                    <a:cubicBezTo>
                      <a:pt x="1895" y="42"/>
                      <a:pt x="1777" y="0"/>
                      <a:pt x="1711" y="79"/>
                    </a:cubicBezTo>
                    <a:cubicBezTo>
                      <a:pt x="1146" y="651"/>
                      <a:pt x="573" y="1214"/>
                      <a:pt x="0" y="1778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5" name="Freeform 392"/>
              <p:cNvSpPr/>
              <p:nvPr/>
            </p:nvSpPr>
            <p:spPr bwMode="auto">
              <a:xfrm flipV="1">
                <a:off x="11879" y="1710"/>
                <a:ext cx="118" cy="122"/>
              </a:xfrm>
              <a:custGeom>
                <a:avLst/>
                <a:gdLst>
                  <a:gd name="T0" fmla="*/ 162 w 519"/>
                  <a:gd name="T1" fmla="*/ 448 h 538"/>
                  <a:gd name="T2" fmla="*/ 453 w 519"/>
                  <a:gd name="T3" fmla="*/ 195 h 538"/>
                  <a:gd name="T4" fmla="*/ 124 w 519"/>
                  <a:gd name="T5" fmla="*/ 96 h 538"/>
                  <a:gd name="T6" fmla="*/ 162 w 519"/>
                  <a:gd name="T7" fmla="*/ 448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9" h="538">
                    <a:moveTo>
                      <a:pt x="162" y="448"/>
                    </a:moveTo>
                    <a:cubicBezTo>
                      <a:pt x="316" y="538"/>
                      <a:pt x="519" y="359"/>
                      <a:pt x="453" y="195"/>
                    </a:cubicBezTo>
                    <a:cubicBezTo>
                      <a:pt x="415" y="61"/>
                      <a:pt x="230" y="0"/>
                      <a:pt x="124" y="96"/>
                    </a:cubicBezTo>
                    <a:cubicBezTo>
                      <a:pt x="0" y="182"/>
                      <a:pt x="24" y="390"/>
                      <a:pt x="162" y="448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6" name="Freeform 393"/>
              <p:cNvSpPr/>
              <p:nvPr/>
            </p:nvSpPr>
            <p:spPr bwMode="auto">
              <a:xfrm flipV="1">
                <a:off x="9197" y="1775"/>
                <a:ext cx="1146" cy="542"/>
              </a:xfrm>
              <a:custGeom>
                <a:avLst/>
                <a:gdLst>
                  <a:gd name="T0" fmla="*/ 2080 w 5048"/>
                  <a:gd name="T1" fmla="*/ 2083 h 2385"/>
                  <a:gd name="T2" fmla="*/ 2439 w 5048"/>
                  <a:gd name="T3" fmla="*/ 2345 h 2385"/>
                  <a:gd name="T4" fmla="*/ 2860 w 5048"/>
                  <a:gd name="T5" fmla="*/ 2182 h 2385"/>
                  <a:gd name="T6" fmla="*/ 5048 w 5048"/>
                  <a:gd name="T7" fmla="*/ 2 h 2385"/>
                  <a:gd name="T8" fmla="*/ 0 w 5048"/>
                  <a:gd name="T9" fmla="*/ 2 h 2385"/>
                  <a:gd name="T10" fmla="*/ 2080 w 5048"/>
                  <a:gd name="T11" fmla="*/ 2083 h 2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48" h="2385">
                    <a:moveTo>
                      <a:pt x="2080" y="2083"/>
                    </a:moveTo>
                    <a:cubicBezTo>
                      <a:pt x="2186" y="2186"/>
                      <a:pt x="2287" y="2313"/>
                      <a:pt x="2439" y="2345"/>
                    </a:cubicBezTo>
                    <a:cubicBezTo>
                      <a:pt x="2598" y="2385"/>
                      <a:pt x="2755" y="2295"/>
                      <a:pt x="2860" y="2182"/>
                    </a:cubicBezTo>
                    <a:cubicBezTo>
                      <a:pt x="3583" y="1449"/>
                      <a:pt x="4321" y="731"/>
                      <a:pt x="5048" y="2"/>
                    </a:cubicBezTo>
                    <a:cubicBezTo>
                      <a:pt x="3366" y="1"/>
                      <a:pt x="1683" y="0"/>
                      <a:pt x="0" y="2"/>
                    </a:cubicBezTo>
                    <a:cubicBezTo>
                      <a:pt x="694" y="696"/>
                      <a:pt x="1388" y="1389"/>
                      <a:pt x="2080" y="2083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7" name="Freeform 394"/>
              <p:cNvSpPr/>
              <p:nvPr/>
            </p:nvSpPr>
            <p:spPr bwMode="auto">
              <a:xfrm flipV="1">
                <a:off x="10923" y="2548"/>
                <a:ext cx="1600" cy="156"/>
              </a:xfrm>
              <a:custGeom>
                <a:avLst/>
                <a:gdLst>
                  <a:gd name="T0" fmla="*/ 92 w 7050"/>
                  <a:gd name="T1" fmla="*/ 676 h 686"/>
                  <a:gd name="T2" fmla="*/ 6687 w 7050"/>
                  <a:gd name="T3" fmla="*/ 675 h 686"/>
                  <a:gd name="T4" fmla="*/ 7038 w 7050"/>
                  <a:gd name="T5" fmla="*/ 363 h 686"/>
                  <a:gd name="T6" fmla="*/ 6690 w 7050"/>
                  <a:gd name="T7" fmla="*/ 11 h 686"/>
                  <a:gd name="T8" fmla="*/ 0 w 7050"/>
                  <a:gd name="T9" fmla="*/ 8 h 686"/>
                  <a:gd name="T10" fmla="*/ 92 w 7050"/>
                  <a:gd name="T11" fmla="*/ 676 h 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50" h="686">
                    <a:moveTo>
                      <a:pt x="92" y="676"/>
                    </a:moveTo>
                    <a:cubicBezTo>
                      <a:pt x="2291" y="677"/>
                      <a:pt x="4489" y="679"/>
                      <a:pt x="6687" y="675"/>
                    </a:cubicBezTo>
                    <a:cubicBezTo>
                      <a:pt x="6862" y="686"/>
                      <a:pt x="7034" y="542"/>
                      <a:pt x="7038" y="363"/>
                    </a:cubicBezTo>
                    <a:cubicBezTo>
                      <a:pt x="7050" y="176"/>
                      <a:pt x="6878" y="0"/>
                      <a:pt x="6690" y="11"/>
                    </a:cubicBezTo>
                    <a:cubicBezTo>
                      <a:pt x="4460" y="5"/>
                      <a:pt x="2230" y="10"/>
                      <a:pt x="0" y="8"/>
                    </a:cubicBezTo>
                    <a:cubicBezTo>
                      <a:pt x="121" y="211"/>
                      <a:pt x="93" y="451"/>
                      <a:pt x="92" y="676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8" name="Freeform 395"/>
              <p:cNvSpPr/>
              <p:nvPr/>
            </p:nvSpPr>
            <p:spPr bwMode="auto">
              <a:xfrm flipV="1">
                <a:off x="10791" y="2767"/>
                <a:ext cx="297" cy="365"/>
              </a:xfrm>
              <a:custGeom>
                <a:avLst/>
                <a:gdLst>
                  <a:gd name="T0" fmla="*/ 5 w 1310"/>
                  <a:gd name="T1" fmla="*/ 1606 h 1606"/>
                  <a:gd name="T2" fmla="*/ 1305 w 1310"/>
                  <a:gd name="T3" fmla="*/ 1606 h 1606"/>
                  <a:gd name="T4" fmla="*/ 1308 w 1310"/>
                  <a:gd name="T5" fmla="*/ 356 h 1606"/>
                  <a:gd name="T6" fmla="*/ 674 w 1310"/>
                  <a:gd name="T7" fmla="*/ 24 h 1606"/>
                  <a:gd name="T8" fmla="*/ 2 w 1310"/>
                  <a:gd name="T9" fmla="*/ 316 h 1606"/>
                  <a:gd name="T10" fmla="*/ 5 w 1310"/>
                  <a:gd name="T11" fmla="*/ 1606 h 1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10" h="1606">
                    <a:moveTo>
                      <a:pt x="5" y="1606"/>
                    </a:moveTo>
                    <a:cubicBezTo>
                      <a:pt x="438" y="1604"/>
                      <a:pt x="871" y="1604"/>
                      <a:pt x="1305" y="1606"/>
                    </a:cubicBezTo>
                    <a:cubicBezTo>
                      <a:pt x="1304" y="1190"/>
                      <a:pt x="1310" y="773"/>
                      <a:pt x="1308" y="356"/>
                    </a:cubicBezTo>
                    <a:cubicBezTo>
                      <a:pt x="1148" y="171"/>
                      <a:pt x="927" y="18"/>
                      <a:pt x="674" y="24"/>
                    </a:cubicBezTo>
                    <a:cubicBezTo>
                      <a:pt x="416" y="0"/>
                      <a:pt x="170" y="127"/>
                      <a:pt x="2" y="316"/>
                    </a:cubicBezTo>
                    <a:cubicBezTo>
                      <a:pt x="0" y="746"/>
                      <a:pt x="6" y="1176"/>
                      <a:pt x="5" y="1606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9" name="Freeform 396"/>
              <p:cNvSpPr/>
              <p:nvPr/>
            </p:nvSpPr>
            <p:spPr bwMode="auto">
              <a:xfrm flipV="1">
                <a:off x="11152" y="2767"/>
                <a:ext cx="176" cy="452"/>
              </a:xfrm>
              <a:custGeom>
                <a:avLst/>
                <a:gdLst>
                  <a:gd name="T0" fmla="*/ 3 w 776"/>
                  <a:gd name="T1" fmla="*/ 1990 h 1990"/>
                  <a:gd name="T2" fmla="*/ 773 w 776"/>
                  <a:gd name="T3" fmla="*/ 1990 h 1990"/>
                  <a:gd name="T4" fmla="*/ 776 w 776"/>
                  <a:gd name="T5" fmla="*/ 193 h 1990"/>
                  <a:gd name="T6" fmla="*/ 0 w 776"/>
                  <a:gd name="T7" fmla="*/ 193 h 1990"/>
                  <a:gd name="T8" fmla="*/ 3 w 776"/>
                  <a:gd name="T9" fmla="*/ 1990 h 1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6" h="1990">
                    <a:moveTo>
                      <a:pt x="3" y="1990"/>
                    </a:moveTo>
                    <a:cubicBezTo>
                      <a:pt x="259" y="1988"/>
                      <a:pt x="516" y="1988"/>
                      <a:pt x="773" y="1990"/>
                    </a:cubicBezTo>
                    <a:cubicBezTo>
                      <a:pt x="774" y="1391"/>
                      <a:pt x="775" y="792"/>
                      <a:pt x="776" y="193"/>
                    </a:cubicBezTo>
                    <a:cubicBezTo>
                      <a:pt x="564" y="0"/>
                      <a:pt x="212" y="1"/>
                      <a:pt x="0" y="193"/>
                    </a:cubicBezTo>
                    <a:cubicBezTo>
                      <a:pt x="0" y="792"/>
                      <a:pt x="1" y="1391"/>
                      <a:pt x="3" y="1990"/>
                    </a:cubicBezTo>
                  </a:path>
                </a:pathLst>
              </a:custGeom>
              <a:solidFill>
                <a:srgbClr val="FECE0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95943" y="158620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302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课后练习答案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/>
          <p:cNvSpPr/>
          <p:nvPr/>
        </p:nvSpPr>
        <p:spPr>
          <a:xfrm>
            <a:off x="802640" y="1223010"/>
            <a:ext cx="10785475" cy="457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65" name="等腰三角形 64"/>
          <p:cNvSpPr/>
          <p:nvPr/>
        </p:nvSpPr>
        <p:spPr>
          <a:xfrm rot="13774533">
            <a:off x="842010" y="4950460"/>
            <a:ext cx="796925" cy="706755"/>
          </a:xfrm>
          <a:prstGeom prst="triangle">
            <a:avLst>
              <a:gd name="adj" fmla="val 48350"/>
            </a:avLst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85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465070" y="1560830"/>
            <a:ext cx="8296275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、欧姆定律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三个公式是什么？</a:t>
            </a:r>
            <a:endParaRPr lang="zh-CN" altLang="en-US" sz="2000" b="1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（电流）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=U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（电压）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÷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（电阻）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（电阻）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=U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（电压）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÷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（电流）</a:t>
            </a:r>
            <a:endParaRPr lang="zh-CN" altLang="en-US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（电压）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（电流）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×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（电阻）</a:t>
            </a:r>
            <a:endParaRPr lang="zh-CN" altLang="en-US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、串联电路的特点是什么？</a:t>
            </a:r>
            <a:endPara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电流处处相等。</a:t>
            </a:r>
            <a:endParaRPr lang="zh-CN" altLang="en-US" sz="20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、并联电路的特点是什么？</a:t>
            </a:r>
            <a:endPara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并联电路各支路两端电压都相等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: 圆角 3"/>
          <p:cNvSpPr/>
          <p:nvPr/>
        </p:nvSpPr>
        <p:spPr>
          <a:xfrm>
            <a:off x="195943" y="158620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3302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课后练习答案</a:t>
            </a:r>
            <a:endParaRPr lang="zh-CN" altLang="en-US" sz="2800" b="1" dirty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: 圆角 63"/>
          <p:cNvSpPr/>
          <p:nvPr/>
        </p:nvSpPr>
        <p:spPr>
          <a:xfrm>
            <a:off x="802640" y="1223010"/>
            <a:ext cx="10785475" cy="457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65" name="等腰三角形 64"/>
          <p:cNvSpPr/>
          <p:nvPr/>
        </p:nvSpPr>
        <p:spPr>
          <a:xfrm rot="13774533">
            <a:off x="842010" y="4950460"/>
            <a:ext cx="796925" cy="706755"/>
          </a:xfrm>
          <a:prstGeom prst="triangle">
            <a:avLst>
              <a:gd name="adj" fmla="val 48350"/>
            </a:avLst>
          </a:prstGeom>
          <a:solidFill>
            <a:schemeClr val="bg1">
              <a:lumMod val="95000"/>
            </a:schemeClr>
          </a:solidFill>
          <a:ln w="762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/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425" y="5959475"/>
            <a:ext cx="851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2016125" y="1534795"/>
            <a:ext cx="832739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en-US" altLang="zh-CN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串联电路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电流处处相等，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当我们测量电流的时候，电流表应该怎么连？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串联的。（因为串联电路电流处处相等，所以经过电流表的电流也等于整个电路的电流）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并联电路各支路两端电压都相等，</a:t>
            </a:r>
            <a:r>
              <a:rPr lang="zh-CN" altLang="en-US" sz="20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当我们测量电压的时候，电压表应该怎么连？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并联的。（因为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并联电路各支路两端电压都相等，所以我们把电压表并联在电路上，那么，电压表上的电压就是整个电路上支路的电压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: 圆角 3"/>
          <p:cNvSpPr/>
          <p:nvPr/>
        </p:nvSpPr>
        <p:spPr>
          <a:xfrm>
            <a:off x="130629" y="80482"/>
            <a:ext cx="11887200" cy="6589021"/>
          </a:xfrm>
          <a:prstGeom prst="roundRect">
            <a:avLst>
              <a:gd name="adj" fmla="val 7434"/>
            </a:avLst>
          </a:prstGeom>
          <a:solidFill>
            <a:srgbClr val="FECE02"/>
          </a:solidFill>
          <a:ln w="76200" cap="rnd">
            <a:noFill/>
          </a:ln>
          <a:effectLst>
            <a:outerShdw blurRad="698500" sx="104000" sy="104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525753" y="1130300"/>
            <a:ext cx="111561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8063" y="384879"/>
            <a:ext cx="30734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highlight>
                  <a:srgbClr val="0000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课后练习答案</a:t>
            </a:r>
            <a:endParaRPr lang="zh-CN" altLang="en-US" sz="2800" b="1" dirty="0" smtClean="0">
              <a:solidFill>
                <a:schemeClr val="bg1"/>
              </a:solidFill>
              <a:highlight>
                <a:srgbClr val="0000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525753" y="5969000"/>
            <a:ext cx="112961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743080" y="1222741"/>
            <a:ext cx="10845540" cy="4746260"/>
            <a:chOff x="1794288" y="3429000"/>
            <a:chExt cx="4507357" cy="926166"/>
          </a:xfrm>
        </p:grpSpPr>
        <p:sp>
          <p:nvSpPr>
            <p:cNvPr id="64" name="矩形: 圆角 63"/>
            <p:cNvSpPr/>
            <p:nvPr/>
          </p:nvSpPr>
          <p:spPr>
            <a:xfrm>
              <a:off x="1819171" y="3429000"/>
              <a:ext cx="4482474" cy="8921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5" name="等腰三角形 64"/>
            <p:cNvSpPr/>
            <p:nvPr/>
          </p:nvSpPr>
          <p:spPr>
            <a:xfrm rot="13774533">
              <a:off x="1792866" y="4201136"/>
              <a:ext cx="155452" cy="152608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76200"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131282" y="1591190"/>
            <a:ext cx="49429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、在同一电路中，通过某段导体的电流跟这段导体两端的电压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成（正）比，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跟这段导体的电阻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成（反）比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单选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、下列关于串联电路说法错误的是（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、串联电路电流处处相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、开关在任何位置都可以控制整个电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、串联电路只有一条回路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、串联电路中各元件电压和电阻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成反比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Freeform 10"/>
          <p:cNvSpPr/>
          <p:nvPr/>
        </p:nvSpPr>
        <p:spPr bwMode="auto">
          <a:xfrm>
            <a:off x="1284156" y="6133857"/>
            <a:ext cx="194898" cy="202850"/>
          </a:xfrm>
          <a:custGeom>
            <a:avLst/>
            <a:gdLst>
              <a:gd name="T0" fmla="*/ 50 w 769"/>
              <a:gd name="T1" fmla="*/ 750 h 800"/>
              <a:gd name="T2" fmla="*/ 0 w 769"/>
              <a:gd name="T3" fmla="*/ 630 h 800"/>
              <a:gd name="T4" fmla="*/ 50 w 769"/>
              <a:gd name="T5" fmla="*/ 511 h 800"/>
              <a:gd name="T6" fmla="*/ 533 w 769"/>
              <a:gd name="T7" fmla="*/ 40 h 800"/>
              <a:gd name="T8" fmla="*/ 631 w 769"/>
              <a:gd name="T9" fmla="*/ 0 h 800"/>
              <a:gd name="T10" fmla="*/ 729 w 769"/>
              <a:gd name="T11" fmla="*/ 40 h 800"/>
              <a:gd name="T12" fmla="*/ 769 w 769"/>
              <a:gd name="T13" fmla="*/ 138 h 800"/>
              <a:gd name="T14" fmla="*/ 729 w 769"/>
              <a:gd name="T15" fmla="*/ 236 h 800"/>
              <a:gd name="T16" fmla="*/ 368 w 769"/>
              <a:gd name="T17" fmla="*/ 584 h 800"/>
              <a:gd name="T18" fmla="*/ 293 w 769"/>
              <a:gd name="T19" fmla="*/ 615 h 800"/>
              <a:gd name="T20" fmla="*/ 216 w 769"/>
              <a:gd name="T21" fmla="*/ 584 h 800"/>
              <a:gd name="T22" fmla="*/ 185 w 769"/>
              <a:gd name="T23" fmla="*/ 508 h 800"/>
              <a:gd name="T24" fmla="*/ 216 w 769"/>
              <a:gd name="T25" fmla="*/ 431 h 800"/>
              <a:gd name="T26" fmla="*/ 466 w 769"/>
              <a:gd name="T27" fmla="*/ 188 h 800"/>
              <a:gd name="T28" fmla="*/ 489 w 769"/>
              <a:gd name="T29" fmla="*/ 188 h 800"/>
              <a:gd name="T30" fmla="*/ 489 w 769"/>
              <a:gd name="T31" fmla="*/ 212 h 800"/>
              <a:gd name="T32" fmla="*/ 239 w 769"/>
              <a:gd name="T33" fmla="*/ 454 h 800"/>
              <a:gd name="T34" fmla="*/ 216 w 769"/>
              <a:gd name="T35" fmla="*/ 508 h 800"/>
              <a:gd name="T36" fmla="*/ 239 w 769"/>
              <a:gd name="T37" fmla="*/ 562 h 800"/>
              <a:gd name="T38" fmla="*/ 293 w 769"/>
              <a:gd name="T39" fmla="*/ 585 h 800"/>
              <a:gd name="T40" fmla="*/ 347 w 769"/>
              <a:gd name="T41" fmla="*/ 562 h 800"/>
              <a:gd name="T42" fmla="*/ 708 w 769"/>
              <a:gd name="T43" fmla="*/ 216 h 800"/>
              <a:gd name="T44" fmla="*/ 739 w 769"/>
              <a:gd name="T45" fmla="*/ 139 h 800"/>
              <a:gd name="T46" fmla="*/ 708 w 769"/>
              <a:gd name="T47" fmla="*/ 62 h 800"/>
              <a:gd name="T48" fmla="*/ 632 w 769"/>
              <a:gd name="T49" fmla="*/ 32 h 800"/>
              <a:gd name="T50" fmla="*/ 555 w 769"/>
              <a:gd name="T51" fmla="*/ 62 h 800"/>
              <a:gd name="T52" fmla="*/ 71 w 769"/>
              <a:gd name="T53" fmla="*/ 532 h 800"/>
              <a:gd name="T54" fmla="*/ 31 w 769"/>
              <a:gd name="T55" fmla="*/ 630 h 800"/>
              <a:gd name="T56" fmla="*/ 71 w 769"/>
              <a:gd name="T57" fmla="*/ 728 h 800"/>
              <a:gd name="T58" fmla="*/ 169 w 769"/>
              <a:gd name="T59" fmla="*/ 769 h 800"/>
              <a:gd name="T60" fmla="*/ 267 w 769"/>
              <a:gd name="T61" fmla="*/ 728 h 800"/>
              <a:gd name="T62" fmla="*/ 650 w 769"/>
              <a:gd name="T63" fmla="*/ 358 h 800"/>
              <a:gd name="T64" fmla="*/ 673 w 769"/>
              <a:gd name="T65" fmla="*/ 358 h 800"/>
              <a:gd name="T66" fmla="*/ 673 w 769"/>
              <a:gd name="T67" fmla="*/ 381 h 800"/>
              <a:gd name="T68" fmla="*/ 288 w 769"/>
              <a:gd name="T69" fmla="*/ 750 h 800"/>
              <a:gd name="T70" fmla="*/ 169 w 769"/>
              <a:gd name="T71" fmla="*/ 800 h 800"/>
              <a:gd name="T72" fmla="*/ 50 w 769"/>
              <a:gd name="T73" fmla="*/ 750 h 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9" h="800">
                <a:moveTo>
                  <a:pt x="50" y="750"/>
                </a:moveTo>
                <a:cubicBezTo>
                  <a:pt x="17" y="719"/>
                  <a:pt x="0" y="679"/>
                  <a:pt x="0" y="630"/>
                </a:cubicBezTo>
                <a:cubicBezTo>
                  <a:pt x="0" y="582"/>
                  <a:pt x="17" y="542"/>
                  <a:pt x="50" y="511"/>
                </a:cubicBezTo>
                <a:cubicBezTo>
                  <a:pt x="533" y="40"/>
                  <a:pt x="533" y="40"/>
                  <a:pt x="533" y="40"/>
                </a:cubicBezTo>
                <a:cubicBezTo>
                  <a:pt x="560" y="14"/>
                  <a:pt x="592" y="0"/>
                  <a:pt x="631" y="0"/>
                </a:cubicBezTo>
                <a:cubicBezTo>
                  <a:pt x="669" y="0"/>
                  <a:pt x="702" y="14"/>
                  <a:pt x="729" y="40"/>
                </a:cubicBezTo>
                <a:cubicBezTo>
                  <a:pt x="756" y="67"/>
                  <a:pt x="769" y="100"/>
                  <a:pt x="769" y="138"/>
                </a:cubicBezTo>
                <a:cubicBezTo>
                  <a:pt x="769" y="174"/>
                  <a:pt x="756" y="207"/>
                  <a:pt x="729" y="236"/>
                </a:cubicBezTo>
                <a:cubicBezTo>
                  <a:pt x="368" y="584"/>
                  <a:pt x="368" y="584"/>
                  <a:pt x="368" y="584"/>
                </a:cubicBezTo>
                <a:cubicBezTo>
                  <a:pt x="347" y="605"/>
                  <a:pt x="322" y="615"/>
                  <a:pt x="293" y="615"/>
                </a:cubicBezTo>
                <a:cubicBezTo>
                  <a:pt x="264" y="615"/>
                  <a:pt x="239" y="605"/>
                  <a:pt x="216" y="584"/>
                </a:cubicBezTo>
                <a:cubicBezTo>
                  <a:pt x="196" y="561"/>
                  <a:pt x="185" y="536"/>
                  <a:pt x="185" y="508"/>
                </a:cubicBezTo>
                <a:cubicBezTo>
                  <a:pt x="185" y="480"/>
                  <a:pt x="196" y="454"/>
                  <a:pt x="216" y="431"/>
                </a:cubicBezTo>
                <a:cubicBezTo>
                  <a:pt x="466" y="188"/>
                  <a:pt x="466" y="188"/>
                  <a:pt x="466" y="188"/>
                </a:cubicBezTo>
                <a:cubicBezTo>
                  <a:pt x="475" y="182"/>
                  <a:pt x="483" y="182"/>
                  <a:pt x="489" y="188"/>
                </a:cubicBezTo>
                <a:cubicBezTo>
                  <a:pt x="496" y="197"/>
                  <a:pt x="496" y="205"/>
                  <a:pt x="489" y="212"/>
                </a:cubicBezTo>
                <a:cubicBezTo>
                  <a:pt x="239" y="454"/>
                  <a:pt x="239" y="454"/>
                  <a:pt x="239" y="454"/>
                </a:cubicBezTo>
                <a:cubicBezTo>
                  <a:pt x="224" y="467"/>
                  <a:pt x="216" y="485"/>
                  <a:pt x="216" y="508"/>
                </a:cubicBezTo>
                <a:cubicBezTo>
                  <a:pt x="216" y="531"/>
                  <a:pt x="224" y="549"/>
                  <a:pt x="239" y="562"/>
                </a:cubicBezTo>
                <a:cubicBezTo>
                  <a:pt x="252" y="577"/>
                  <a:pt x="270" y="585"/>
                  <a:pt x="293" y="585"/>
                </a:cubicBezTo>
                <a:cubicBezTo>
                  <a:pt x="316" y="585"/>
                  <a:pt x="334" y="578"/>
                  <a:pt x="347" y="562"/>
                </a:cubicBezTo>
                <a:cubicBezTo>
                  <a:pt x="708" y="216"/>
                  <a:pt x="708" y="216"/>
                  <a:pt x="708" y="216"/>
                </a:cubicBezTo>
                <a:cubicBezTo>
                  <a:pt x="729" y="193"/>
                  <a:pt x="739" y="167"/>
                  <a:pt x="739" y="139"/>
                </a:cubicBezTo>
                <a:cubicBezTo>
                  <a:pt x="739" y="111"/>
                  <a:pt x="729" y="85"/>
                  <a:pt x="708" y="62"/>
                </a:cubicBezTo>
                <a:cubicBezTo>
                  <a:pt x="685" y="42"/>
                  <a:pt x="660" y="32"/>
                  <a:pt x="632" y="32"/>
                </a:cubicBezTo>
                <a:cubicBezTo>
                  <a:pt x="603" y="32"/>
                  <a:pt x="578" y="42"/>
                  <a:pt x="555" y="62"/>
                </a:cubicBezTo>
                <a:cubicBezTo>
                  <a:pt x="71" y="532"/>
                  <a:pt x="71" y="532"/>
                  <a:pt x="71" y="532"/>
                </a:cubicBezTo>
                <a:cubicBezTo>
                  <a:pt x="44" y="559"/>
                  <a:pt x="31" y="592"/>
                  <a:pt x="31" y="630"/>
                </a:cubicBezTo>
                <a:cubicBezTo>
                  <a:pt x="31" y="669"/>
                  <a:pt x="44" y="702"/>
                  <a:pt x="71" y="728"/>
                </a:cubicBezTo>
                <a:cubicBezTo>
                  <a:pt x="98" y="755"/>
                  <a:pt x="131" y="769"/>
                  <a:pt x="169" y="769"/>
                </a:cubicBezTo>
                <a:cubicBezTo>
                  <a:pt x="205" y="769"/>
                  <a:pt x="238" y="755"/>
                  <a:pt x="267" y="728"/>
                </a:cubicBezTo>
                <a:cubicBezTo>
                  <a:pt x="650" y="358"/>
                  <a:pt x="650" y="358"/>
                  <a:pt x="650" y="358"/>
                </a:cubicBezTo>
                <a:cubicBezTo>
                  <a:pt x="658" y="351"/>
                  <a:pt x="666" y="351"/>
                  <a:pt x="673" y="358"/>
                </a:cubicBezTo>
                <a:cubicBezTo>
                  <a:pt x="679" y="366"/>
                  <a:pt x="679" y="374"/>
                  <a:pt x="673" y="381"/>
                </a:cubicBezTo>
                <a:cubicBezTo>
                  <a:pt x="288" y="750"/>
                  <a:pt x="288" y="750"/>
                  <a:pt x="288" y="750"/>
                </a:cubicBezTo>
                <a:cubicBezTo>
                  <a:pt x="258" y="783"/>
                  <a:pt x="218" y="800"/>
                  <a:pt x="169" y="800"/>
                </a:cubicBezTo>
                <a:cubicBezTo>
                  <a:pt x="120" y="800"/>
                  <a:pt x="81" y="783"/>
                  <a:pt x="50" y="7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1495177" y="5959207"/>
            <a:ext cx="7146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50000"/>
              </a:lnSpc>
            </a:pPr>
            <a:r>
              <a:rPr lang="en-US" altLang="zh-CN" b="1" dirty="0"/>
              <a:t>IDEA</a:t>
            </a:r>
            <a:endParaRPr lang="zh-CN" altLang="en-US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6348557" y="1591190"/>
            <a:ext cx="5240063" cy="5492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、以下哪位人物发现了电（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）？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、爱迪生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、阿基米德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、富兰克林  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、牛顿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、下列关于并联电路说法正确的是（</a:t>
            </a: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、并联电路各支路电流与电阻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成正比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、电路有多个回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、支路一处断开不影响其他支路正常工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、各支路电压相等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、请写出欧姆定律的公式和所有变形公式。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U=I*R   I=U/R     R=U/I</a:t>
            </a: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0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PLACING_PICTURE_USER_VIEWPORT" val="{&quot;height&quot;:835,&quot;width&quot;:2380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PLACING_PICTURE_USER_VIEWPORT" val="{&quot;height&quot;:7557.346456692913,&quot;width&quot;:10076.461417322835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PLACING_PICTURE_USER_VIEWPORT" val="{&quot;height&quot;:6042,&quot;width&quot;:14717}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PLACING_PICTURE_USER_VIEWPORT" val="{&quot;height&quot;:5179,&quot;width&quot;:7420}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PLACING_PICTURE_USER_VIEWPORT" val="{&quot;height&quot;:10800,&quot;width&quot;:14400}"/>
</p:tagLst>
</file>

<file path=ppt/tags/tag86.xml><?xml version="1.0" encoding="utf-8"?>
<p:tagLst xmlns:p="http://schemas.openxmlformats.org/presentationml/2006/main">
  <p:tag name="KSO_WM_UNIT_PLACING_PICTURE_USER_VIEWPORT" val="{&quot;height&quot;:10800,&quot;width&quot;:14400}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COMMONDATA" val="eyJoZGlkIjoiNWQ0YTlkMWQxYTgyMmM0NWI5YjBjZmIzN2UzNzU1NjMifQ=="/>
  <p:tag name="KSO_WPP_MARK_KEY" val="83444287-96d7-41c5-b614-b35fd1864eb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</Words>
  <Application>WPS 演示</Application>
  <PresentationFormat>宽屏</PresentationFormat>
  <Paragraphs>270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Wingdings</vt:lpstr>
      <vt:lpstr>微软雅黑</vt:lpstr>
      <vt:lpstr>汉仪综艺体简</vt:lpstr>
      <vt:lpstr>SWAstro</vt:lpstr>
      <vt:lpstr>方正黑体简体</vt:lpstr>
      <vt:lpstr>Arial Unicode MS</vt:lpstr>
      <vt:lpstr>楷体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17511426</cp:lastModifiedBy>
  <cp:revision>215</cp:revision>
  <dcterms:created xsi:type="dcterms:W3CDTF">2019-06-19T02:08:00Z</dcterms:created>
  <dcterms:modified xsi:type="dcterms:W3CDTF">2022-11-30T04:02:47Z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D688938668D74D0799DF6D13DF47452B</vt:lpwstr>
  </property>
</Properties>
</file>